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B8C32F-77A7-4CB9-BD83-C838A65E09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F54F1D-1DDE-43BA-BC94-CC50F8576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D9A528-C422-4987-BFE6-A6A6FE2C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55B0-356E-4290-A30B-318CEF6E6F50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343349-5DFE-42B2-9565-90F4D8FBD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AF0EFF-A4B8-47B5-850B-E51C86C38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D58D6-3967-4DE5-B66A-4F5D72768A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029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B9E08C-2EAB-4E81-92D1-F70DBDD13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459ABC-8FD1-4D51-9D9F-001D5A274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7A9A7A-AF96-42EF-B345-97DED081D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55B0-356E-4290-A30B-318CEF6E6F50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20D7DD-20E5-483B-ACF7-67EFC03D0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F8479A-A9AA-454F-9E34-ABD225045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D58D6-3967-4DE5-B66A-4F5D72768A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2754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5166C-CB15-4588-BF24-29CF93313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499543-FD1D-4E74-AA70-F34DBDA75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55DB75-38FC-485F-877E-790346AEB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55B0-356E-4290-A30B-318CEF6E6F50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310404-32DC-47B1-9E9D-C01133B40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A682AC-03BD-4FBB-A992-45D88CDF5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D58D6-3967-4DE5-B66A-4F5D72768A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1773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8E5FA8-ACEC-4A43-A220-8E5E2BB18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2A1A22-95AD-4F1C-BE35-A29F0FE56F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0A9961F-6AA2-4DE3-9E14-A1CBE54547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C124E0A-7E8E-45C4-AE18-082B6CF92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55B0-356E-4290-A30B-318CEF6E6F50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84050FD-B2C8-4C64-9F9D-7EA9027DA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3B61D7-B70E-41D1-AD67-280E324CE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D58D6-3967-4DE5-B66A-4F5D72768A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29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1DD177-D681-4ADA-90AC-617D2415D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660CD3-3759-4D1C-9A12-367C8A6A8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351211E-6620-4077-B883-CAF1FD614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ED5397A-8EC7-44BD-BB14-7A49B90B46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F49F9DF-62F0-4FC7-A334-BCB0DC7DE4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50E2D4-CCFE-4E5A-B30F-013E223A8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55B0-356E-4290-A30B-318CEF6E6F50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3BE8A8C-5C4B-4A8A-B742-E8F4A217E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ED51887-CCA8-489E-8E0D-3B80D7104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D58D6-3967-4DE5-B66A-4F5D72768A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5259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C22C24-CE4B-4EE7-9188-AF81C8AD9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05DD1E7-7C7B-4C07-9589-08ECC2455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55B0-356E-4290-A30B-318CEF6E6F50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AFFB478-0129-4186-80D1-53FB1F307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D77997-059F-4E94-B32C-92C3A99DB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D58D6-3967-4DE5-B66A-4F5D72768A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5390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E283E9A-33E5-4B83-A383-21196E59F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55B0-356E-4290-A30B-318CEF6E6F50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4351051-0839-4673-87C1-680F0AFF4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56EBE2-8862-4760-BCB3-23A0DB5A4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D58D6-3967-4DE5-B66A-4F5D72768A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6948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54D2EC-D47B-4D04-9472-7B6951A4E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8ED54D-42B6-4091-81CA-BD832B9F2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CE3A30-9AF4-486D-B055-CAC66D4E6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DFDD4B-6886-47DF-9A28-79F204D0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55B0-356E-4290-A30B-318CEF6E6F50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F0E798-8F83-49B7-A164-A9C437346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B7DF497-1FEA-4527-8E3C-FA12DD331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D58D6-3967-4DE5-B66A-4F5D72768A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6204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5EF3A9-2392-45BA-98A0-F51EC37CB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B45135F-3504-4CA9-B656-98E540C37B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A16BDA-FB34-40B9-9D2A-FF8683FD4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680461-C22B-49B7-AE10-CCC73E481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55B0-356E-4290-A30B-318CEF6E6F50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7FD852-E001-4D4B-A479-C1A1FF42B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6C765A4-E5CF-48BE-AC5F-A592D5ED8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D58D6-3967-4DE5-B66A-4F5D72768A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4100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4AC67-48C9-489B-A342-A2ACBA5D9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04505E5-A1C9-4AA2-A062-6972A9DAF6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9AA109-C970-4FE3-B68F-14FA16305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55B0-356E-4290-A30B-318CEF6E6F50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655122-8E82-4C3A-8913-6B0BF1144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F3EE35-83CD-49D3-9A89-4D8763A9C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D58D6-3967-4DE5-B66A-4F5D72768A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4240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EC4B0E-921C-49A8-AC08-B4AB22DF44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1DC3DB4-46DE-4860-8F40-594D079E98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0FA6ED-76D2-4AA5-92AD-E911DE2A4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55B0-356E-4290-A30B-318CEF6E6F50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DB8B76-1054-46E7-BD61-371AED7A1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36B80D-5EC5-4AFA-AE38-42598B407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D58D6-3967-4DE5-B66A-4F5D72768A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4129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A70664D-FB44-4708-96C9-66CDF4999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770E97-C5A4-4A0A-B372-28247EF85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C5C7DD-010F-4A02-AD79-6260CFD57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555B0-356E-4290-A30B-318CEF6E6F50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029345-E3BF-4367-A76B-DFD120C857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19235C-48D9-47F4-8E14-2C02B64CB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BD58D6-3967-4DE5-B66A-4F5D72768A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6318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7A7659-774A-45A4-B6A9-1CCF6758D2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Media queries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EBCA73-21AE-4165-855E-4B555D36E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5347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42A89C-513B-43EB-9EC2-49F56065F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8DA2FE-B0F8-4B45-BF65-92F6D7CBB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media queries (consultas de mídia) são ferramentas essenciais do CSS para criar sites responsivos. </a:t>
            </a:r>
          </a:p>
          <a:p>
            <a:endParaRPr lang="pt-BR" dirty="0"/>
          </a:p>
          <a:p>
            <a:r>
              <a:rPr lang="pt-BR" dirty="0"/>
              <a:t>Elas aplicam regras de estilo apenas quando o dispositivo cumpre certas condições, como uma largura ou orientação de tela específica.</a:t>
            </a:r>
          </a:p>
        </p:txBody>
      </p:sp>
    </p:spTree>
    <p:extLst>
      <p:ext uri="{BB962C8B-B14F-4D97-AF65-F5344CB8AC3E}">
        <p14:creationId xmlns:p14="http://schemas.microsoft.com/office/powerpoint/2010/main" val="2897649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2EFD2-D89A-4338-9665-26F8ECBB3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Condições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A53B9D-A785-494C-B7D5-5D8AD5F9D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max-width</a:t>
            </a:r>
            <a:r>
              <a:rPr lang="pt-BR" dirty="0"/>
              <a:t>: aplica o estilo se a tela for menor ou igual ao valor indicado.</a:t>
            </a:r>
          </a:p>
          <a:p>
            <a:endParaRPr lang="pt-BR" dirty="0"/>
          </a:p>
          <a:p>
            <a:r>
              <a:rPr lang="pt-BR" dirty="0"/>
              <a:t>min-</a:t>
            </a:r>
            <a:r>
              <a:rPr lang="pt-BR" dirty="0" err="1"/>
              <a:t>width</a:t>
            </a:r>
            <a:r>
              <a:rPr lang="pt-BR" dirty="0"/>
              <a:t>: aplica o estilo se a tela for maior ou igual ao valor indicado.</a:t>
            </a:r>
          </a:p>
          <a:p>
            <a:endParaRPr lang="pt-BR" dirty="0"/>
          </a:p>
          <a:p>
            <a:r>
              <a:rPr lang="pt-BR" dirty="0" err="1"/>
              <a:t>orientation</a:t>
            </a:r>
            <a:r>
              <a:rPr lang="pt-BR" dirty="0"/>
              <a:t>: verifica se o aparelho está em pé (</a:t>
            </a:r>
            <a:r>
              <a:rPr lang="pt-BR" dirty="0" err="1"/>
              <a:t>portrait</a:t>
            </a:r>
            <a:r>
              <a:rPr lang="pt-BR" dirty="0"/>
              <a:t>) ou deitado (</a:t>
            </a:r>
            <a:r>
              <a:rPr lang="pt-BR" dirty="0" err="1"/>
              <a:t>landscape</a:t>
            </a:r>
            <a:r>
              <a:rPr lang="pt-B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751721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FAFF2-E29E-410B-BB8A-3E1232C8F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Breakpoints (pontos de interrupção) – mais comuns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9592B46-E831-43E5-9ECB-A82A95F85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113" y="2384458"/>
            <a:ext cx="4591691" cy="32580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7F55BBE-5EB7-4CB1-92A8-874C751B6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657" y="2160589"/>
            <a:ext cx="4744112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357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EFF7B9-C2A8-489D-A776-BE12CF9B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EFF99D-2AD6-4067-9340-7B3C4E581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seu projeto implementar a responsividade em todas </a:t>
            </a:r>
            <a:r>
              <a:rPr lang="pt-BR"/>
              <a:t>as páginas.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58078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116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Media queries</vt:lpstr>
      <vt:lpstr>Conceitos</vt:lpstr>
      <vt:lpstr>Exemplos de Condições</vt:lpstr>
      <vt:lpstr>Breakpoints (pontos de interrupção) – mais comuns</vt:lpstr>
      <vt:lpstr>Exercícios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userlocal</dc:creator>
  <cp:lastModifiedBy>userlocal</cp:lastModifiedBy>
  <cp:revision>4</cp:revision>
  <dcterms:created xsi:type="dcterms:W3CDTF">2026-08-13T11:48:13Z</dcterms:created>
  <dcterms:modified xsi:type="dcterms:W3CDTF">2026-08-13T12:27:24Z</dcterms:modified>
</cp:coreProperties>
</file>