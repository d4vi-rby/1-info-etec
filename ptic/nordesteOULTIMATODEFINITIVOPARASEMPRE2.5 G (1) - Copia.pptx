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80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</p:sldIdLst>
  <p:sldSz cx="12192000" cy="6858000"/>
  <p:notesSz cx="7559675" cy="10691813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2" d="100"/>
          <a:sy n="62" d="100"/>
        </p:scale>
        <p:origin x="80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ctr" defTabSz="914400">
              <a:lnSpc>
                <a:spcPct val="90000"/>
              </a:lnSpc>
              <a:buNone/>
              <a:defRPr lang="pt-BR" sz="6000" b="0" u="none" strike="noStrike">
                <a:solidFill>
                  <a:schemeClr val="dk1"/>
                </a:solidFill>
                <a:effectLst/>
                <a:uFillTx/>
                <a:latin typeface="Calibri Light"/>
              </a:defRPr>
            </a:lvl1pPr>
          </a:lstStyle>
          <a:p>
            <a:pPr indent="0" algn="ctr" defTabSz="914400">
              <a:lnSpc>
                <a:spcPct val="90000"/>
              </a:lnSpc>
              <a:buNone/>
            </a:pPr>
            <a:r>
              <a:rPr lang="pt-BR" sz="60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Clique para editar o título Mestre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dt" idx="1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&lt;data/hora&gt;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83833BC-1286-4499-89F1-D8A04B0DEB95}" type="slidenum">
              <a: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‹nº›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pt-BR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pt-BR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pt-BR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pt-BR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Clique para editar o formato de texto dos tópicos</a:t>
            </a:r>
          </a:p>
          <a:p>
            <a:pPr marL="864000" lvl="1" indent="-324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2.º nível de tópicos</a:t>
            </a:r>
          </a:p>
          <a:p>
            <a:pPr marL="1296000" lvl="2" indent="-288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3.º nível de tópicos</a:t>
            </a:r>
          </a:p>
          <a:p>
            <a:pPr marL="1728000" lvl="3" indent="-216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4.º nível de tópicos</a:t>
            </a:r>
          </a:p>
          <a:p>
            <a:pPr marL="2160000" lvl="4" indent="-216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5.º nível de tópicos</a:t>
            </a:r>
          </a:p>
          <a:p>
            <a:pPr marL="2592000" lvl="5" indent="-21600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6.º nível de tópicos</a:t>
            </a:r>
          </a:p>
          <a:p>
            <a:pPr marL="3024000" lvl="6" indent="-21600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7.º nível de tópicos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90000"/>
              </a:lnSpc>
              <a:buNone/>
              <a:defRPr lang="pt-BR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</a:pPr>
            <a:r>
              <a:rPr lang="pt-BR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Clique para editar o título Mestre</a:t>
            </a:r>
          </a:p>
        </p:txBody>
      </p:sp>
      <p:sp>
        <p:nvSpPr>
          <p:cNvPr id="8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vert="eaVert" lIns="91440" tIns="45720" rIns="91440" bIns="4572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pt-BR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pt-BR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pt-BR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pt-BR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pt-BR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pt-BR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Editar estilos de texto Mestre</a:t>
            </a: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pt-BR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Segundo nível</a:t>
            </a: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pt-BR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Terceiro nível</a:t>
            </a: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Quarto nível</a:t>
            </a: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Quinto nível</a:t>
            </a:r>
          </a:p>
        </p:txBody>
      </p:sp>
      <p:sp>
        <p:nvSpPr>
          <p:cNvPr id="9" name="PlaceHolder 3"/>
          <p:cNvSpPr>
            <a:spLocks noGrp="1"/>
          </p:cNvSpPr>
          <p:nvPr>
            <p:ph type="dt" idx="4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&lt;data/hora&gt;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4"/>
          <p:cNvSpPr>
            <a:spLocks noGrp="1"/>
          </p:cNvSpPr>
          <p:nvPr>
            <p:ph type="ftr" idx="5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</a:p>
        </p:txBody>
      </p:sp>
      <p:sp>
        <p:nvSpPr>
          <p:cNvPr id="11" name="PlaceHolder 5"/>
          <p:cNvSpPr>
            <a:spLocks noGrp="1"/>
          </p:cNvSpPr>
          <p:nvPr>
            <p:ph type="sldNum" idx="6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95CDAE5-0BB5-4EA7-AAC2-39D78B4ACAC2}" type="slidenum">
              <a: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‹nº›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8724960" y="365040"/>
            <a:ext cx="2628720" cy="5811480"/>
          </a:xfrm>
          <a:prstGeom prst="rect">
            <a:avLst/>
          </a:prstGeom>
          <a:noFill/>
          <a:ln w="0">
            <a:noFill/>
          </a:ln>
        </p:spPr>
        <p:txBody>
          <a:bodyPr vert="eaVert" lIns="91440" tIns="45720" rIns="91440" bIns="45720" anchor="ctr">
            <a:noAutofit/>
          </a:bodyPr>
          <a:lstStyle>
            <a:lvl1pPr indent="0" algn="l" defTabSz="914400">
              <a:lnSpc>
                <a:spcPct val="90000"/>
              </a:lnSpc>
              <a:buNone/>
              <a:defRPr lang="pt-BR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</a:pPr>
            <a:r>
              <a:rPr lang="pt-BR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Clique para editar o título Mestre</a:t>
            </a:r>
          </a:p>
        </p:txBody>
      </p:sp>
      <p:sp>
        <p:nvSpPr>
          <p:cNvPr id="13" name="PlaceHolder 2"/>
          <p:cNvSpPr>
            <a:spLocks noGrp="1"/>
          </p:cNvSpPr>
          <p:nvPr>
            <p:ph type="body"/>
          </p:nvPr>
        </p:nvSpPr>
        <p:spPr>
          <a:xfrm>
            <a:off x="838080" y="365040"/>
            <a:ext cx="7733880" cy="5811480"/>
          </a:xfrm>
          <a:prstGeom prst="rect">
            <a:avLst/>
          </a:prstGeom>
          <a:noFill/>
          <a:ln w="0">
            <a:noFill/>
          </a:ln>
        </p:spPr>
        <p:txBody>
          <a:bodyPr vert="eaVert" lIns="91440" tIns="45720" rIns="91440" bIns="4572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pt-BR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pt-BR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pt-BR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pt-BR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pt-BR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pt-BR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Editar estilos de texto Mestre</a:t>
            </a: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pt-BR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Segundo nível</a:t>
            </a: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pt-BR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Terceiro nível</a:t>
            </a: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Quarto nível</a:t>
            </a: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Quinto nível</a:t>
            </a:r>
          </a:p>
        </p:txBody>
      </p:sp>
      <p:sp>
        <p:nvSpPr>
          <p:cNvPr id="14" name="PlaceHolder 3"/>
          <p:cNvSpPr>
            <a:spLocks noGrp="1"/>
          </p:cNvSpPr>
          <p:nvPr>
            <p:ph type="dt" idx="7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&lt;data/hora&gt;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PlaceHolder 4"/>
          <p:cNvSpPr>
            <a:spLocks noGrp="1"/>
          </p:cNvSpPr>
          <p:nvPr>
            <p:ph type="ftr" idx="8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</a:p>
        </p:txBody>
      </p:sp>
      <p:sp>
        <p:nvSpPr>
          <p:cNvPr id="16" name="PlaceHolder 5"/>
          <p:cNvSpPr>
            <a:spLocks noGrp="1"/>
          </p:cNvSpPr>
          <p:nvPr>
            <p:ph type="sldNum" idx="9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F0AA914-9A65-4107-934F-92DDBF60F9E5}" type="slidenum">
              <a: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‹nº›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90000"/>
              </a:lnSpc>
              <a:buNone/>
              <a:defRPr lang="pt-BR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</a:pPr>
            <a:r>
              <a:rPr lang="pt-BR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Clique para editar o título Mestre</a:t>
            </a:r>
          </a:p>
        </p:txBody>
      </p:sp>
      <p:sp>
        <p:nvSpPr>
          <p:cNvPr id="18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pt-BR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pt-BR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pt-BR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pt-BR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pt-BR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pt-BR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Editar estilos de texto Mestre</a:t>
            </a: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pt-BR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Segundo nível</a:t>
            </a: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pt-BR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Terceiro nível</a:t>
            </a: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Quarto nível</a:t>
            </a: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Quinto nível</a:t>
            </a:r>
          </a:p>
        </p:txBody>
      </p:sp>
      <p:sp>
        <p:nvSpPr>
          <p:cNvPr id="19" name="PlaceHolder 3"/>
          <p:cNvSpPr>
            <a:spLocks noGrp="1"/>
          </p:cNvSpPr>
          <p:nvPr>
            <p:ph type="dt" idx="10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&lt;data/hora&gt;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PlaceHolder 4"/>
          <p:cNvSpPr>
            <a:spLocks noGrp="1"/>
          </p:cNvSpPr>
          <p:nvPr>
            <p:ph type="ftr" idx="11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</a:p>
        </p:txBody>
      </p:sp>
      <p:sp>
        <p:nvSpPr>
          <p:cNvPr id="21" name="PlaceHolder 5"/>
          <p:cNvSpPr>
            <a:spLocks noGrp="1"/>
          </p:cNvSpPr>
          <p:nvPr>
            <p:ph type="sldNum" idx="12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07E44F9-1026-4F91-B822-65D4648B6877}" type="slidenum">
              <a: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‹nº›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abeçalho da Seção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831960" y="1709640"/>
            <a:ext cx="10515240" cy="2852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defRPr lang="pt-BR" sz="6000" b="0" u="none" strike="noStrike">
                <a:solidFill>
                  <a:schemeClr val="dk1"/>
                </a:solidFill>
                <a:effectLst/>
                <a:uFillTx/>
                <a:latin typeface="Calibri Light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</a:pPr>
            <a:r>
              <a:rPr lang="pt-BR" sz="60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Clique para editar o título Mestre</a:t>
            </a:r>
          </a:p>
        </p:txBody>
      </p:sp>
      <p:sp>
        <p:nvSpPr>
          <p:cNvPr id="23" name="PlaceHolder 2"/>
          <p:cNvSpPr>
            <a:spLocks noGrp="1"/>
          </p:cNvSpPr>
          <p:nvPr>
            <p:ph type="body"/>
          </p:nvPr>
        </p:nvSpPr>
        <p:spPr>
          <a:xfrm>
            <a:off x="831960" y="4589640"/>
            <a:ext cx="10515240" cy="1499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 lang="pt-BR" sz="24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pt-BR" sz="24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Editar estilos de texto Mestre</a:t>
            </a:r>
          </a:p>
        </p:txBody>
      </p:sp>
      <p:sp>
        <p:nvSpPr>
          <p:cNvPr id="24" name="PlaceHolder 3"/>
          <p:cNvSpPr>
            <a:spLocks noGrp="1"/>
          </p:cNvSpPr>
          <p:nvPr>
            <p:ph type="dt" idx="13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&lt;data/hora&gt;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 type="ftr" idx="14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</a:p>
        </p:txBody>
      </p:sp>
      <p:sp>
        <p:nvSpPr>
          <p:cNvPr id="26" name="PlaceHolder 5"/>
          <p:cNvSpPr>
            <a:spLocks noGrp="1"/>
          </p:cNvSpPr>
          <p:nvPr>
            <p:ph type="sldNum" idx="15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521445A-1351-40E6-AACF-F704BF171487}" type="slidenum">
              <a: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‹nº›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90000"/>
              </a:lnSpc>
              <a:buNone/>
              <a:defRPr lang="pt-BR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</a:pPr>
            <a:r>
              <a:rPr lang="pt-BR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Clique para editar o título Mestre</a:t>
            </a:r>
          </a:p>
        </p:txBody>
      </p:sp>
      <p:sp>
        <p:nvSpPr>
          <p:cNvPr id="28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5181120" cy="4350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pt-BR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pt-BR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pt-BR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pt-BR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pt-BR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pt-BR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Editar estilos de texto Mestre</a:t>
            </a: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pt-BR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Segundo nível</a:t>
            </a: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pt-BR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Terceiro nível</a:t>
            </a: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Quarto nível</a:t>
            </a: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Quinto nível</a:t>
            </a:r>
          </a:p>
        </p:txBody>
      </p:sp>
      <p:sp>
        <p:nvSpPr>
          <p:cNvPr id="29" name="PlaceHolder 3"/>
          <p:cNvSpPr>
            <a:spLocks noGrp="1"/>
          </p:cNvSpPr>
          <p:nvPr>
            <p:ph type="body"/>
          </p:nvPr>
        </p:nvSpPr>
        <p:spPr>
          <a:xfrm>
            <a:off x="6172200" y="1825560"/>
            <a:ext cx="5181120" cy="4350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pt-BR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pt-BR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pt-BR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pt-BR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pt-BR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pt-BR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Editar estilos de texto Mestre</a:t>
            </a: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pt-BR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Segundo nível</a:t>
            </a: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pt-BR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Terceiro nível</a:t>
            </a: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Quarto nível</a:t>
            </a: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Quinto nível</a:t>
            </a:r>
          </a:p>
        </p:txBody>
      </p:sp>
      <p:sp>
        <p:nvSpPr>
          <p:cNvPr id="30" name="PlaceHolder 4"/>
          <p:cNvSpPr>
            <a:spLocks noGrp="1"/>
          </p:cNvSpPr>
          <p:nvPr>
            <p:ph type="dt" idx="16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&lt;data/hora&gt;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" name="PlaceHolder 5"/>
          <p:cNvSpPr>
            <a:spLocks noGrp="1"/>
          </p:cNvSpPr>
          <p:nvPr>
            <p:ph type="ftr" idx="17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</a:p>
        </p:txBody>
      </p:sp>
      <p:sp>
        <p:nvSpPr>
          <p:cNvPr id="32" name="PlaceHolder 6"/>
          <p:cNvSpPr>
            <a:spLocks noGrp="1"/>
          </p:cNvSpPr>
          <p:nvPr>
            <p:ph type="sldNum" idx="18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152E831-0C56-440F-9084-7F7A9B3FD658}" type="slidenum">
              <a: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‹nº›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omparação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laceHolder 1"/>
          <p:cNvSpPr>
            <a:spLocks noGrp="1"/>
          </p:cNvSpPr>
          <p:nvPr>
            <p:ph type="title"/>
          </p:nvPr>
        </p:nvSpPr>
        <p:spPr>
          <a:xfrm>
            <a:off x="8398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90000"/>
              </a:lnSpc>
              <a:buNone/>
              <a:defRPr lang="pt-BR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</a:pPr>
            <a:r>
              <a:rPr lang="pt-BR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Clique para editar o título Mestre</a:t>
            </a:r>
          </a:p>
        </p:txBody>
      </p:sp>
      <p:sp>
        <p:nvSpPr>
          <p:cNvPr id="34" name="PlaceHolder 2"/>
          <p:cNvSpPr>
            <a:spLocks noGrp="1"/>
          </p:cNvSpPr>
          <p:nvPr>
            <p:ph type="body"/>
          </p:nvPr>
        </p:nvSpPr>
        <p:spPr>
          <a:xfrm>
            <a:off x="839880" y="1681200"/>
            <a:ext cx="5157360" cy="823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 lang="pt-BR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pt-BR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Editar estilos de texto Mestre</a:t>
            </a:r>
            <a:endParaRPr lang="pt-BR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5" name="PlaceHolder 3"/>
          <p:cNvSpPr>
            <a:spLocks noGrp="1"/>
          </p:cNvSpPr>
          <p:nvPr>
            <p:ph type="body"/>
          </p:nvPr>
        </p:nvSpPr>
        <p:spPr>
          <a:xfrm>
            <a:off x="839880" y="2505240"/>
            <a:ext cx="5157360" cy="3684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pt-BR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pt-BR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pt-BR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pt-BR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pt-BR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pt-BR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Editar estilos de texto Mestre</a:t>
            </a: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pt-BR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Segundo nível</a:t>
            </a: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pt-BR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Terceiro nível</a:t>
            </a: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Quarto nível</a:t>
            </a: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Quinto nível</a:t>
            </a:r>
          </a:p>
        </p:txBody>
      </p:sp>
      <p:sp>
        <p:nvSpPr>
          <p:cNvPr id="36" name="PlaceHolder 4"/>
          <p:cNvSpPr>
            <a:spLocks noGrp="1"/>
          </p:cNvSpPr>
          <p:nvPr>
            <p:ph type="body"/>
          </p:nvPr>
        </p:nvSpPr>
        <p:spPr>
          <a:xfrm>
            <a:off x="6172200" y="1681200"/>
            <a:ext cx="5182920" cy="823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 lang="pt-BR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pt-BR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Editar estilos de texto Mestre</a:t>
            </a:r>
            <a:endParaRPr lang="pt-BR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7" name="PlaceHolder 5"/>
          <p:cNvSpPr>
            <a:spLocks noGrp="1"/>
          </p:cNvSpPr>
          <p:nvPr>
            <p:ph type="body"/>
          </p:nvPr>
        </p:nvSpPr>
        <p:spPr>
          <a:xfrm>
            <a:off x="6172200" y="2505240"/>
            <a:ext cx="5182920" cy="3684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pt-BR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pt-BR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pt-BR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pt-BR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pt-BR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pt-BR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Editar estilos de texto Mestre</a:t>
            </a: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pt-BR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Segundo nível</a:t>
            </a: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pt-BR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Terceiro nível</a:t>
            </a: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Quarto nível</a:t>
            </a: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Quinto nível</a:t>
            </a:r>
          </a:p>
        </p:txBody>
      </p:sp>
      <p:sp>
        <p:nvSpPr>
          <p:cNvPr id="38" name="PlaceHolder 6"/>
          <p:cNvSpPr>
            <a:spLocks noGrp="1"/>
          </p:cNvSpPr>
          <p:nvPr>
            <p:ph type="dt" idx="19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&lt;data/hora&gt;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" name="PlaceHolder 7"/>
          <p:cNvSpPr>
            <a:spLocks noGrp="1"/>
          </p:cNvSpPr>
          <p:nvPr>
            <p:ph type="ftr" idx="20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</a:p>
        </p:txBody>
      </p:sp>
      <p:sp>
        <p:nvSpPr>
          <p:cNvPr id="40" name="PlaceHolder 8"/>
          <p:cNvSpPr>
            <a:spLocks noGrp="1"/>
          </p:cNvSpPr>
          <p:nvPr>
            <p:ph type="sldNum" idx="21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3464CC3-B042-45D4-86B4-805801A8072B}" type="slidenum">
              <a: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‹nº›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90000"/>
              </a:lnSpc>
              <a:buNone/>
              <a:defRPr lang="pt-BR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</a:pPr>
            <a:r>
              <a:rPr lang="pt-BR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Clique para editar o título Mestre</a:t>
            </a:r>
          </a:p>
        </p:txBody>
      </p:sp>
      <p:sp>
        <p:nvSpPr>
          <p:cNvPr id="42" name="PlaceHolder 2"/>
          <p:cNvSpPr>
            <a:spLocks noGrp="1"/>
          </p:cNvSpPr>
          <p:nvPr>
            <p:ph type="dt" idx="22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&lt;data/hora&gt;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 type="ftr" idx="23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</a:p>
        </p:txBody>
      </p:sp>
      <p:sp>
        <p:nvSpPr>
          <p:cNvPr id="44" name="PlaceHolder 4"/>
          <p:cNvSpPr>
            <a:spLocks noGrp="1"/>
          </p:cNvSpPr>
          <p:nvPr>
            <p:ph type="sldNum" idx="24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A21F45C-4CD0-4323-91E6-89A1F0A9B2FD}" type="slidenum">
              <a: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‹nº›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PlaceHolder 1"/>
          <p:cNvSpPr>
            <a:spLocks noGrp="1"/>
          </p:cNvSpPr>
          <p:nvPr>
            <p:ph type="dt" idx="25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&lt;data/hora&gt;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" name="PlaceHolder 2"/>
          <p:cNvSpPr>
            <a:spLocks noGrp="1"/>
          </p:cNvSpPr>
          <p:nvPr>
            <p:ph type="ftr" idx="26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</a:p>
        </p:txBody>
      </p:sp>
      <p:sp>
        <p:nvSpPr>
          <p:cNvPr id="47" name="PlaceHolder 3"/>
          <p:cNvSpPr>
            <a:spLocks noGrp="1"/>
          </p:cNvSpPr>
          <p:nvPr>
            <p:ph type="sldNum" idx="27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FB34BC4-9EAD-4F73-A390-770D6B53211D}" type="slidenum">
              <a: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‹nº›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onteúdo com Legenda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title"/>
          </p:nvPr>
        </p:nvSpPr>
        <p:spPr>
          <a:xfrm>
            <a:off x="839880" y="457200"/>
            <a:ext cx="3931920" cy="1599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defRPr lang="pt-BR" sz="3200" b="0" u="none" strike="noStrike">
                <a:solidFill>
                  <a:schemeClr val="dk1"/>
                </a:solidFill>
                <a:effectLst/>
                <a:uFillTx/>
                <a:latin typeface="Calibri Light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</a:pPr>
            <a:r>
              <a:rPr lang="pt-BR" sz="32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Clique para editar o título Mestre</a:t>
            </a:r>
          </a:p>
        </p:txBody>
      </p:sp>
      <p:sp>
        <p:nvSpPr>
          <p:cNvPr id="49" name="PlaceHolder 2"/>
          <p:cNvSpPr>
            <a:spLocks noGrp="1"/>
          </p:cNvSpPr>
          <p:nvPr>
            <p:ph type="body"/>
          </p:nvPr>
        </p:nvSpPr>
        <p:spPr>
          <a:xfrm>
            <a:off x="5183280" y="987480"/>
            <a:ext cx="6171840" cy="4873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pt-BR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pt-BR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pt-BR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pt-BR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pt-BR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pt-BR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Editar estilos de texto Mestre</a:t>
            </a: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pt-BR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Segundo nível</a:t>
            </a: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pt-BR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Terceiro nível</a:t>
            </a: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pt-BR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Quarto nível</a:t>
            </a: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pt-BR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Quinto nível</a:t>
            </a:r>
          </a:p>
        </p:txBody>
      </p:sp>
      <p:sp>
        <p:nvSpPr>
          <p:cNvPr id="50" name="PlaceHolder 3"/>
          <p:cNvSpPr>
            <a:spLocks noGrp="1"/>
          </p:cNvSpPr>
          <p:nvPr>
            <p:ph type="body"/>
          </p:nvPr>
        </p:nvSpPr>
        <p:spPr>
          <a:xfrm>
            <a:off x="839880" y="2057400"/>
            <a:ext cx="3931920" cy="3811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 lang="pt-BR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pt-BR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Editar estilos de texto Mestre</a:t>
            </a:r>
          </a:p>
        </p:txBody>
      </p:sp>
      <p:sp>
        <p:nvSpPr>
          <p:cNvPr id="51" name="PlaceHolder 4"/>
          <p:cNvSpPr>
            <a:spLocks noGrp="1"/>
          </p:cNvSpPr>
          <p:nvPr>
            <p:ph type="dt" idx="28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&lt;data/hora&gt;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" name="PlaceHolder 5"/>
          <p:cNvSpPr>
            <a:spLocks noGrp="1"/>
          </p:cNvSpPr>
          <p:nvPr>
            <p:ph type="ftr" idx="29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</a:p>
        </p:txBody>
      </p:sp>
      <p:sp>
        <p:nvSpPr>
          <p:cNvPr id="53" name="PlaceHolder 6"/>
          <p:cNvSpPr>
            <a:spLocks noGrp="1"/>
          </p:cNvSpPr>
          <p:nvPr>
            <p:ph type="sldNum" idx="30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BEE7A1C-44C5-4B09-A826-125A085912BE}" type="slidenum">
              <a: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‹nº›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Imagem com Legenda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title"/>
          </p:nvPr>
        </p:nvSpPr>
        <p:spPr>
          <a:xfrm>
            <a:off x="839880" y="457200"/>
            <a:ext cx="3931920" cy="1599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defRPr lang="pt-BR" sz="3200" b="0" u="none" strike="noStrike">
                <a:solidFill>
                  <a:schemeClr val="dk1"/>
                </a:solidFill>
                <a:effectLst/>
                <a:uFillTx/>
                <a:latin typeface="Calibri Light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</a:pPr>
            <a:r>
              <a:rPr lang="pt-BR" sz="32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Clique para editar o título Mestre</a:t>
            </a:r>
          </a:p>
        </p:txBody>
      </p:sp>
      <p:sp>
        <p:nvSpPr>
          <p:cNvPr id="55" name="PlaceHolder 2"/>
          <p:cNvSpPr>
            <a:spLocks noGrp="1"/>
          </p:cNvSpPr>
          <p:nvPr>
            <p:ph type="body"/>
          </p:nvPr>
        </p:nvSpPr>
        <p:spPr>
          <a:xfrm>
            <a:off x="5183280" y="987480"/>
            <a:ext cx="6171840" cy="4873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pt-BR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pt-BR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pt-BR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pt-BR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Clique para editar o formato de texto dos tópicos</a:t>
            </a:r>
          </a:p>
          <a:p>
            <a:pPr marL="457200"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2.º nível de tópicos</a:t>
            </a:r>
          </a:p>
          <a:p>
            <a:pPr marL="914400"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3.º nível de tópicos</a:t>
            </a:r>
          </a:p>
          <a:p>
            <a:pPr marL="1371600"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4.º nível de tópicos</a:t>
            </a:r>
          </a:p>
          <a:p>
            <a:pPr marL="1828800"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5.º nível de tópicos</a:t>
            </a:r>
          </a:p>
          <a:p>
            <a:pPr marL="2286000" lvl="5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6.º nível de tópicos</a:t>
            </a:r>
          </a:p>
          <a:p>
            <a:pPr marL="2743200" lvl="6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7.º nível de tópicos</a:t>
            </a:r>
          </a:p>
        </p:txBody>
      </p:sp>
      <p:sp>
        <p:nvSpPr>
          <p:cNvPr id="56" name="PlaceHolder 3"/>
          <p:cNvSpPr>
            <a:spLocks noGrp="1"/>
          </p:cNvSpPr>
          <p:nvPr>
            <p:ph type="body"/>
          </p:nvPr>
        </p:nvSpPr>
        <p:spPr>
          <a:xfrm>
            <a:off x="839880" y="2057400"/>
            <a:ext cx="3931920" cy="3811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 lang="pt-BR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pt-BR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Editar estilos de texto Mestre</a:t>
            </a:r>
          </a:p>
        </p:txBody>
      </p:sp>
      <p:sp>
        <p:nvSpPr>
          <p:cNvPr id="57" name="PlaceHolder 4"/>
          <p:cNvSpPr>
            <a:spLocks noGrp="1"/>
          </p:cNvSpPr>
          <p:nvPr>
            <p:ph type="dt" idx="31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&lt;data/hora&gt;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" name="PlaceHolder 5"/>
          <p:cNvSpPr>
            <a:spLocks noGrp="1"/>
          </p:cNvSpPr>
          <p:nvPr>
            <p:ph type="ftr" idx="32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</a:p>
        </p:txBody>
      </p:sp>
      <p:sp>
        <p:nvSpPr>
          <p:cNvPr id="59" name="PlaceHolder 6"/>
          <p:cNvSpPr>
            <a:spLocks noGrp="1"/>
          </p:cNvSpPr>
          <p:nvPr>
            <p:ph type="sldNum" idx="33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CC46611-8520-42A0-B332-9E85152B66B4}" type="slidenum">
              <a: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‹nº›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0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13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17.jpe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20.jpe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0.xml"/><Relationship Id="rId2" Type="http://schemas.openxmlformats.org/officeDocument/2006/relationships/video" Target="file:///\\home\davi\Downloads\videoplayback%20(1).mp4" TargetMode="External"/><Relationship Id="rId1" Type="http://schemas.openxmlformats.org/officeDocument/2006/relationships/video" Target="file:///\\home\davi\Downloads\videoplayback%20(2).mp4" TargetMode="Externa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10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10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eg"/><Relationship Id="rId1" Type="http://schemas.openxmlformats.org/officeDocument/2006/relationships/slideLayout" Target="../slideLayouts/slideLayout10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0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eg"/><Relationship Id="rId1" Type="http://schemas.openxmlformats.org/officeDocument/2006/relationships/slideLayout" Target="../slideLayouts/slideLayout10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0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jpeg"/><Relationship Id="rId1" Type="http://schemas.openxmlformats.org/officeDocument/2006/relationships/slideLayout" Target="../slideLayouts/slideLayout10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10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1440000" y="132840"/>
            <a:ext cx="9540000" cy="2027160"/>
          </a:xfrm>
          <a:prstGeom prst="rect">
            <a:avLst/>
          </a:prstGeom>
          <a:solidFill>
            <a:srgbClr val="AFD095"/>
          </a:solidFill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indent="0" algn="ctr" defTabSz="914400">
              <a:lnSpc>
                <a:spcPct val="90000"/>
              </a:lnSpc>
              <a:buNone/>
            </a:pPr>
            <a:r>
              <a:rPr lang="pt-BR" sz="6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TRABALHO DA REGIÃO NORDESTE</a:t>
            </a:r>
            <a:endParaRPr lang="pt-BR" sz="60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 type="subTitle"/>
          </p:nvPr>
        </p:nvSpPr>
        <p:spPr>
          <a:xfrm rot="10800000">
            <a:off x="1523880" y="7486920"/>
            <a:ext cx="9143640" cy="514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algn="ctr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endParaRPr lang="pt-BR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2" name="CaixaDeTexto 3"/>
          <p:cNvSpPr/>
          <p:nvPr/>
        </p:nvSpPr>
        <p:spPr>
          <a:xfrm>
            <a:off x="7936920" y="3960000"/>
            <a:ext cx="3943080" cy="369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INFORMATICA PARA INTERNET – 1° ANO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" name="CaixaDeTexto 4"/>
          <p:cNvSpPr/>
          <p:nvPr/>
        </p:nvSpPr>
        <p:spPr>
          <a:xfrm>
            <a:off x="3526920" y="3863160"/>
            <a:ext cx="294480" cy="364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" name="CaixaDeTexto 63"/>
          <p:cNvSpPr txBox="1"/>
          <p:nvPr/>
        </p:nvSpPr>
        <p:spPr>
          <a:xfrm>
            <a:off x="8459549" y="4350060"/>
            <a:ext cx="2897821" cy="2375100"/>
          </a:xfrm>
          <a:prstGeom prst="rect">
            <a:avLst/>
          </a:prstGeom>
          <a:solidFill>
            <a:srgbClr val="AFD095"/>
          </a:solidFill>
          <a:ln w="0">
            <a:noFill/>
          </a:ln>
        </p:spPr>
        <p:txBody>
          <a:bodyPr wrap="square" lIns="90000" tIns="45000" rIns="90000" bIns="45000" anchor="t">
            <a:spAutoFit/>
          </a:bodyPr>
          <a:lstStyle/>
          <a:p>
            <a:r>
              <a:rPr lang="pt-BR" sz="18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Davi Ribeiro</a:t>
            </a:r>
          </a:p>
          <a:p>
            <a:r>
              <a:rPr lang="pt-BR" sz="18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Carlos Eduardo</a:t>
            </a:r>
          </a:p>
          <a:p>
            <a:r>
              <a:rPr lang="pt-BR" sz="1800" b="0" u="none" strike="noStrike" dirty="0" err="1">
                <a:solidFill>
                  <a:srgbClr val="000000"/>
                </a:solidFill>
                <a:effectLst/>
                <a:uFillTx/>
                <a:latin typeface="Arial"/>
              </a:rPr>
              <a:t>Valkyria</a:t>
            </a:r>
            <a:r>
              <a:rPr lang="pt-BR" sz="18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 Zumba</a:t>
            </a:r>
          </a:p>
          <a:p>
            <a:r>
              <a:rPr lang="pt-BR" sz="18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Fabrício Bryan</a:t>
            </a:r>
          </a:p>
          <a:p>
            <a:r>
              <a:rPr lang="pt-BR" sz="18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Pedro Henrique</a:t>
            </a:r>
          </a:p>
          <a:p>
            <a:r>
              <a:rPr lang="pt-BR" sz="18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Arthur Batista</a:t>
            </a:r>
          </a:p>
          <a:p>
            <a:r>
              <a:rPr lang="pt-BR" sz="18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Guilherme Procópio</a:t>
            </a:r>
          </a:p>
          <a:p>
            <a:r>
              <a:rPr lang="pt-BR" sz="18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Rafael Martins</a:t>
            </a:r>
          </a:p>
        </p:txBody>
      </p:sp>
    </p:spTree>
  </p:cSld>
  <p:clrMapOvr>
    <a:masterClrMapping/>
  </p:clrMapOvr>
  <p:transition spd="slow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Retângulo 2"/>
          <p:cNvSpPr/>
          <p:nvPr/>
        </p:nvSpPr>
        <p:spPr>
          <a:xfrm>
            <a:off x="4381279" y="297720"/>
            <a:ext cx="2982717" cy="1014209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pt-BR" sz="6000" b="0" u="none" strike="noStrike" dirty="0">
                <a:solidFill>
                  <a:schemeClr val="dk1"/>
                </a:solidFill>
                <a:effectLst/>
                <a:uFillTx/>
                <a:latin typeface="Calibri"/>
              </a:rPr>
              <a:t>RESUMO</a:t>
            </a:r>
            <a:endParaRPr lang="pt-BR" sz="60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BDA09D6B-6C49-4C6B-8A31-59A53395960D}"/>
              </a:ext>
            </a:extLst>
          </p:cNvPr>
          <p:cNvSpPr txBox="1"/>
          <p:nvPr/>
        </p:nvSpPr>
        <p:spPr>
          <a:xfrm>
            <a:off x="523983" y="1777429"/>
            <a:ext cx="5455577" cy="4832092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pt-BR" sz="2800" dirty="0">
                <a:latin typeface="Arial" panose="020B0604020202020204" pitchFamily="34" charset="0"/>
                <a:cs typeface="Arial" panose="020B0604020202020204" pitchFamily="34" charset="0"/>
              </a:rPr>
              <a:t>1- Mapa do Nordeste</a:t>
            </a:r>
          </a:p>
          <a:p>
            <a:r>
              <a:rPr lang="pt-BR" sz="2800" dirty="0">
                <a:latin typeface="Arial" panose="020B0604020202020204" pitchFamily="34" charset="0"/>
                <a:cs typeface="Arial" panose="020B0604020202020204" pitchFamily="34" charset="0"/>
              </a:rPr>
              <a:t>2- Estados da Região Nordeste</a:t>
            </a:r>
          </a:p>
          <a:p>
            <a:r>
              <a:rPr lang="pt-BR" sz="2800" dirty="0">
                <a:latin typeface="Arial" panose="020B0604020202020204" pitchFamily="34" charset="0"/>
                <a:cs typeface="Arial" panose="020B0604020202020204" pitchFamily="34" charset="0"/>
              </a:rPr>
              <a:t>3- Características Físicas</a:t>
            </a:r>
          </a:p>
          <a:p>
            <a:r>
              <a:rPr lang="pt-BR" sz="2800" dirty="0">
                <a:latin typeface="Arial" panose="020B0604020202020204" pitchFamily="34" charset="0"/>
                <a:cs typeface="Arial" panose="020B0604020202020204" pitchFamily="34" charset="0"/>
              </a:rPr>
              <a:t>4- Aspectos Culturais</a:t>
            </a:r>
          </a:p>
          <a:p>
            <a:r>
              <a:rPr lang="pt-BR" sz="2800" dirty="0">
                <a:latin typeface="Arial" panose="020B0604020202020204" pitchFamily="34" charset="0"/>
                <a:cs typeface="Arial" panose="020B0604020202020204" pitchFamily="34" charset="0"/>
              </a:rPr>
              <a:t>5- Aspectos Econômicos</a:t>
            </a:r>
          </a:p>
          <a:p>
            <a:r>
              <a:rPr lang="pt-BR" sz="2800" dirty="0">
                <a:latin typeface="Arial" panose="020B0604020202020204" pitchFamily="34" charset="0"/>
                <a:cs typeface="Arial" panose="020B0604020202020204" pitchFamily="34" charset="0"/>
              </a:rPr>
              <a:t>6- PIB do Nordeste</a:t>
            </a:r>
          </a:p>
          <a:p>
            <a:r>
              <a:rPr lang="pt-BR" sz="2800" dirty="0">
                <a:latin typeface="Arial" panose="020B0604020202020204" pitchFamily="34" charset="0"/>
                <a:cs typeface="Arial" panose="020B0604020202020204" pitchFamily="34" charset="0"/>
              </a:rPr>
              <a:t>7- Pontos </a:t>
            </a:r>
            <a:r>
              <a:rPr lang="pt-BR" sz="2800" dirty="0" err="1">
                <a:latin typeface="Arial" panose="020B0604020202020204" pitchFamily="34" charset="0"/>
                <a:cs typeface="Arial" panose="020B0604020202020204" pitchFamily="34" charset="0"/>
              </a:rPr>
              <a:t>Túristico</a:t>
            </a:r>
            <a:endParaRPr lang="pt-BR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pt-BR" sz="2800" dirty="0">
                <a:latin typeface="Arial" panose="020B0604020202020204" pitchFamily="34" charset="0"/>
                <a:cs typeface="Arial" panose="020B0604020202020204" pitchFamily="34" charset="0"/>
              </a:rPr>
              <a:t>8- Curiosidades</a:t>
            </a:r>
          </a:p>
          <a:p>
            <a:r>
              <a:rPr lang="pt-BR" sz="2800" dirty="0">
                <a:latin typeface="Arial" panose="020B0604020202020204" pitchFamily="34" charset="0"/>
                <a:cs typeface="Arial" panose="020B0604020202020204" pitchFamily="34" charset="0"/>
              </a:rPr>
              <a:t>9- Bibliografia</a:t>
            </a:r>
          </a:p>
          <a:p>
            <a:r>
              <a:rPr lang="pt-BR" sz="2800" dirty="0">
                <a:latin typeface="Arial" panose="020B0604020202020204" pitchFamily="34" charset="0"/>
                <a:cs typeface="Arial" panose="020B0604020202020204" pitchFamily="34" charset="0"/>
              </a:rPr>
              <a:t>10- Considerações Finais</a:t>
            </a:r>
          </a:p>
          <a:p>
            <a:endParaRPr lang="pt-BR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:p15="http://schemas.microsoft.com/office/powerpoint/2012/main" xmlns="">
      <p:transition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" name="Imagem 16"/>
          <p:cNvPicPr/>
          <p:nvPr/>
        </p:nvPicPr>
        <p:blipFill>
          <a:blip r:embed="rId2"/>
          <a:stretch/>
        </p:blipFill>
        <p:spPr>
          <a:xfrm>
            <a:off x="3102480" y="1015560"/>
            <a:ext cx="5986440" cy="5728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6" name="Retângulo 2"/>
          <p:cNvSpPr/>
          <p:nvPr/>
        </p:nvSpPr>
        <p:spPr>
          <a:xfrm>
            <a:off x="2710440" y="297720"/>
            <a:ext cx="6770520" cy="1015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pt-BR" sz="6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MAPA DO NORDESTE</a:t>
            </a:r>
            <a:endParaRPr lang="pt-BR" sz="6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0740836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:p15="http://schemas.microsoft.com/office/powerpoint/2012/main" xmlns="">
      <p:transition/>
    </mc:Fallback>
  </mc:AlternateContent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7" dur="10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repl">
                                        <p:cTn id="8" dur="10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9" dur="10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CaixaDeTexto 7"/>
          <p:cNvSpPr/>
          <p:nvPr/>
        </p:nvSpPr>
        <p:spPr>
          <a:xfrm>
            <a:off x="3370680" y="401400"/>
            <a:ext cx="5450400" cy="1261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pt-BR" sz="3800" b="1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ESTADOS DA REGIÃO </a:t>
            </a:r>
            <a:endParaRPr lang="pt-BR" sz="3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pt-BR" sz="3800" b="1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	NORDESTE</a:t>
            </a:r>
            <a:endParaRPr lang="pt-BR" sz="3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" name="CaixaDeTexto 5"/>
          <p:cNvSpPr/>
          <p:nvPr/>
        </p:nvSpPr>
        <p:spPr>
          <a:xfrm>
            <a:off x="8110800" y="2594520"/>
            <a:ext cx="3900960" cy="522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pt-BR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Ceara(CE) – Fortaleza</a:t>
            </a:r>
            <a:endParaRPr lang="pt-B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" name="CaixaDeTexto 6"/>
          <p:cNvSpPr/>
          <p:nvPr/>
        </p:nvSpPr>
        <p:spPr>
          <a:xfrm>
            <a:off x="333720" y="2594520"/>
            <a:ext cx="3747240" cy="522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pt-BR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Alagoas(AL) - Maceió</a:t>
            </a:r>
            <a:endParaRPr lang="pt-B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" name="CaixaDeTexto 8"/>
          <p:cNvSpPr/>
          <p:nvPr/>
        </p:nvSpPr>
        <p:spPr>
          <a:xfrm>
            <a:off x="4276800" y="2594520"/>
            <a:ext cx="3638160" cy="522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pt-BR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Bahia(BA) – Salvador</a:t>
            </a:r>
            <a:endParaRPr lang="pt-B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71" name="Imagem 2"/>
          <p:cNvPicPr/>
          <p:nvPr/>
        </p:nvPicPr>
        <p:blipFill>
          <a:blip r:embed="rId2"/>
          <a:stretch/>
        </p:blipFill>
        <p:spPr>
          <a:xfrm>
            <a:off x="333720" y="3413160"/>
            <a:ext cx="3747240" cy="24991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2" name="Imagem 4"/>
          <p:cNvPicPr/>
          <p:nvPr/>
        </p:nvPicPr>
        <p:blipFill>
          <a:blip r:embed="rId3"/>
          <a:stretch/>
        </p:blipFill>
        <p:spPr>
          <a:xfrm>
            <a:off x="4355280" y="3429000"/>
            <a:ext cx="3480840" cy="24991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3" name="Imagem 10"/>
          <p:cNvPicPr/>
          <p:nvPr/>
        </p:nvPicPr>
        <p:blipFill>
          <a:blip r:embed="rId4"/>
          <a:stretch/>
        </p:blipFill>
        <p:spPr>
          <a:xfrm>
            <a:off x="8110800" y="3429000"/>
            <a:ext cx="3747240" cy="249912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:p15="http://schemas.microsoft.com/office/powerpoint/2012/main" xmlns="">
      <p:transition/>
    </mc:Fallback>
  </mc:AlternateContent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7" dur="500" fill="hold"/>
                                        <p:tgtEl>
                                          <p:spTgt spid="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8" dur="500" fill="hold"/>
                                        <p:tgtEl>
                                          <p:spTgt spid="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 additive="repl">
                                        <p:cTn id="9" dur="500"/>
                                        <p:tgtEl>
                                          <p:spTgt spid="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14" dur="500" fill="hold"/>
                                        <p:tgtEl>
                                          <p:spTgt spid="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5" dur="500" fill="hold"/>
                                        <p:tgtEl>
                                          <p:spTgt spid="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 additive="repl">
                                        <p:cTn id="16" dur="500"/>
                                        <p:tgtEl>
                                          <p:spTgt spid="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21" dur="500"/>
                                        <p:tgtEl>
                                          <p:spTgt spid="6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26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31" dur="500"/>
                                        <p:tgtEl>
                                          <p:spTgt spid="7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36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41" dur="500"/>
                                        <p:tgtEl>
                                          <p:spTgt spid="6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46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CaixaDeTexto 7"/>
          <p:cNvSpPr/>
          <p:nvPr/>
        </p:nvSpPr>
        <p:spPr>
          <a:xfrm>
            <a:off x="3370680" y="401400"/>
            <a:ext cx="5450400" cy="1261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pt-BR" sz="3800" b="1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ESTADOS DA REGIÃO </a:t>
            </a:r>
            <a:endParaRPr lang="pt-BR" sz="3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pt-BR" sz="3800" b="1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	NORDESTE</a:t>
            </a:r>
            <a:endParaRPr lang="pt-BR" sz="3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" name="CaixaDeTexto 5"/>
          <p:cNvSpPr/>
          <p:nvPr/>
        </p:nvSpPr>
        <p:spPr>
          <a:xfrm>
            <a:off x="8110800" y="2594520"/>
            <a:ext cx="3900960" cy="1384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pt-BR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Pernambuco(PE) – Recife</a:t>
            </a:r>
            <a:endParaRPr lang="pt-B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pt-B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" name="CaixaDeTexto 6"/>
          <p:cNvSpPr/>
          <p:nvPr/>
        </p:nvSpPr>
        <p:spPr>
          <a:xfrm>
            <a:off x="59400" y="2594520"/>
            <a:ext cx="4127400" cy="953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pt-BR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Maranhão(MA) – São Luís</a:t>
            </a:r>
            <a:endParaRPr lang="pt-B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" name="CaixaDeTexto 8"/>
          <p:cNvSpPr/>
          <p:nvPr/>
        </p:nvSpPr>
        <p:spPr>
          <a:xfrm>
            <a:off x="4276800" y="2594520"/>
            <a:ext cx="3638160" cy="1384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pt-BR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Paraíba(PB) – João Pessoa</a:t>
            </a:r>
            <a:endParaRPr lang="pt-B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pt-B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78" name="Imagem 3"/>
          <p:cNvPicPr/>
          <p:nvPr/>
        </p:nvPicPr>
        <p:blipFill>
          <a:blip r:embed="rId2"/>
          <a:stretch/>
        </p:blipFill>
        <p:spPr>
          <a:xfrm>
            <a:off x="333720" y="3423600"/>
            <a:ext cx="3746880" cy="24991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9" name="Imagem 11"/>
          <p:cNvPicPr/>
          <p:nvPr/>
        </p:nvPicPr>
        <p:blipFill>
          <a:blip r:embed="rId3"/>
          <a:stretch/>
        </p:blipFill>
        <p:spPr>
          <a:xfrm>
            <a:off x="4355280" y="3416400"/>
            <a:ext cx="3601080" cy="25225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80" name="Imagem 13"/>
          <p:cNvPicPr/>
          <p:nvPr/>
        </p:nvPicPr>
        <p:blipFill>
          <a:blip r:embed="rId4"/>
          <a:stretch/>
        </p:blipFill>
        <p:spPr>
          <a:xfrm>
            <a:off x="8152560" y="3423600"/>
            <a:ext cx="3789000" cy="249912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:p15="http://schemas.microsoft.com/office/powerpoint/2012/main" xmlns="">
      <p:transition/>
    </mc:Fallback>
  </mc:AlternateContent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7" dur="500"/>
                                        <p:tgtEl>
                                          <p:spTgt spid="7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12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17" dur="500"/>
                                        <p:tgtEl>
                                          <p:spTgt spid="7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22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27" dur="500"/>
                                        <p:tgtEl>
                                          <p:spTgt spid="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32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CaixaDeTexto 7"/>
          <p:cNvSpPr/>
          <p:nvPr/>
        </p:nvSpPr>
        <p:spPr>
          <a:xfrm>
            <a:off x="3370680" y="401400"/>
            <a:ext cx="5450400" cy="1261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pt-BR" sz="3800" b="1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ESTADOS DA REGIÃO </a:t>
            </a:r>
            <a:endParaRPr lang="pt-BR" sz="3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pt-BR" sz="3800" b="1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	NORDESTE</a:t>
            </a:r>
            <a:endParaRPr lang="pt-BR" sz="3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" name="CaixaDeTexto 5"/>
          <p:cNvSpPr/>
          <p:nvPr/>
        </p:nvSpPr>
        <p:spPr>
          <a:xfrm>
            <a:off x="8110800" y="2594520"/>
            <a:ext cx="3900960" cy="522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pt-BR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Sergipe(SE) - Aracaju</a:t>
            </a:r>
            <a:endParaRPr lang="pt-B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" name="CaixaDeTexto 6"/>
          <p:cNvSpPr/>
          <p:nvPr/>
        </p:nvSpPr>
        <p:spPr>
          <a:xfrm>
            <a:off x="333720" y="2594520"/>
            <a:ext cx="3400560" cy="522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pt-BR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Piauí(PI) – Teresina</a:t>
            </a:r>
            <a:endParaRPr lang="pt-B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" name="CaixaDeTexto 8"/>
          <p:cNvSpPr/>
          <p:nvPr/>
        </p:nvSpPr>
        <p:spPr>
          <a:xfrm>
            <a:off x="4167720" y="2594520"/>
            <a:ext cx="3668400" cy="953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pt-BR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Rio grande do norte(RN) – Natal</a:t>
            </a:r>
            <a:endParaRPr lang="pt-B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85" name="Imagem 3"/>
          <p:cNvPicPr/>
          <p:nvPr/>
        </p:nvPicPr>
        <p:blipFill>
          <a:blip r:embed="rId2"/>
          <a:stretch/>
        </p:blipFill>
        <p:spPr>
          <a:xfrm>
            <a:off x="333720" y="3429000"/>
            <a:ext cx="3747240" cy="24991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86" name="Imagem 11"/>
          <p:cNvPicPr/>
          <p:nvPr/>
        </p:nvPicPr>
        <p:blipFill>
          <a:blip r:embed="rId3"/>
          <a:stretch/>
        </p:blipFill>
        <p:spPr>
          <a:xfrm>
            <a:off x="4355280" y="3429000"/>
            <a:ext cx="3489840" cy="24991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87" name="Imagem 13"/>
          <p:cNvPicPr/>
          <p:nvPr/>
        </p:nvPicPr>
        <p:blipFill>
          <a:blip r:embed="rId4"/>
          <a:stretch/>
        </p:blipFill>
        <p:spPr>
          <a:xfrm>
            <a:off x="8033400" y="3429000"/>
            <a:ext cx="3574080" cy="250200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:p15="http://schemas.microsoft.com/office/powerpoint/2012/main" xmlns="">
      <p:transition/>
    </mc:Fallback>
  </mc:AlternateContent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7" dur="500"/>
                                        <p:tgtEl>
                                          <p:spTgt spid="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12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17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22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27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32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CaixaDeTexto 7"/>
          <p:cNvSpPr/>
          <p:nvPr/>
        </p:nvSpPr>
        <p:spPr>
          <a:xfrm>
            <a:off x="2422440" y="401400"/>
            <a:ext cx="7007760" cy="676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pt-BR" sz="3800" b="1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CARACTERISTICAS FÍSICAS</a:t>
            </a:r>
            <a:endParaRPr lang="pt-BR" sz="3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65FD7F55-DC49-4CE5-87BC-E0465F10EC57}"/>
              </a:ext>
            </a:extLst>
          </p:cNvPr>
          <p:cNvSpPr/>
          <p:nvPr/>
        </p:nvSpPr>
        <p:spPr>
          <a:xfrm>
            <a:off x="0" y="2971800"/>
            <a:ext cx="12192000" cy="91440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90" name="CaixaDeTexto 9"/>
          <p:cNvSpPr/>
          <p:nvPr/>
        </p:nvSpPr>
        <p:spPr>
          <a:xfrm>
            <a:off x="940717" y="3051845"/>
            <a:ext cx="1973520" cy="522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pt-BR" sz="2800" b="0" u="none" strike="noStrike" dirty="0">
                <a:solidFill>
                  <a:schemeClr val="dk1"/>
                </a:solidFill>
                <a:effectLst/>
                <a:uFillTx/>
                <a:latin typeface="Arial"/>
              </a:rPr>
              <a:t>- RELEVO</a:t>
            </a:r>
            <a:endParaRPr lang="pt-BR" sz="28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" name="CaixaDeTexto 1"/>
          <p:cNvSpPr/>
          <p:nvPr/>
        </p:nvSpPr>
        <p:spPr>
          <a:xfrm>
            <a:off x="4962592" y="3051845"/>
            <a:ext cx="1519200" cy="522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pt-BR" sz="2800" b="0" u="none" strike="noStrike" dirty="0">
                <a:solidFill>
                  <a:schemeClr val="dk1"/>
                </a:solidFill>
                <a:effectLst/>
                <a:uFillTx/>
                <a:latin typeface="Arial"/>
              </a:rPr>
              <a:t>- CLIMA</a:t>
            </a:r>
            <a:endParaRPr lang="pt-BR" sz="28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" name="CaixaDeTexto 10"/>
          <p:cNvSpPr/>
          <p:nvPr/>
        </p:nvSpPr>
        <p:spPr>
          <a:xfrm>
            <a:off x="8974246" y="3051845"/>
            <a:ext cx="2768040" cy="522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pt-BR" sz="2800" b="0" u="none" strike="noStrike" dirty="0">
                <a:solidFill>
                  <a:schemeClr val="dk1"/>
                </a:solidFill>
                <a:effectLst/>
                <a:uFillTx/>
                <a:latin typeface="Arial"/>
              </a:rPr>
              <a:t>- VEGETAÇÃO</a:t>
            </a:r>
            <a:endParaRPr lang="pt-BR" sz="28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:p15="http://schemas.microsoft.com/office/powerpoint/2012/main" xmlns="">
      <p:transition spd="slow">
        <p:split dir="out" orient="vert"/>
      </p:transition>
    </mc:Fallback>
  </mc:AlternateContent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7" dur="500" fill="hold"/>
                                        <p:tgtEl>
                                          <p:spTgt spid="8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8" dur="500" fill="hold"/>
                                        <p:tgtEl>
                                          <p:spTgt spid="8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 additive="repl">
                                        <p:cTn id="9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14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19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24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CaixaDeTexto 7"/>
          <p:cNvSpPr/>
          <p:nvPr/>
        </p:nvSpPr>
        <p:spPr>
          <a:xfrm>
            <a:off x="5094360" y="401400"/>
            <a:ext cx="2176920" cy="676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pt-BR" sz="3800" b="1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RELEVO</a:t>
            </a:r>
            <a:endParaRPr lang="pt-BR" sz="3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" name="CaixaDeTexto 2"/>
          <p:cNvSpPr/>
          <p:nvPr/>
        </p:nvSpPr>
        <p:spPr>
          <a:xfrm>
            <a:off x="1436760" y="1409400"/>
            <a:ext cx="2554200" cy="1815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pt-BR" sz="2800" b="1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-Planaltos</a:t>
            </a:r>
            <a:endParaRPr lang="pt-B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pt-BR" sz="2800" b="1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-Planícies</a:t>
            </a:r>
            <a:endParaRPr lang="pt-B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pt-BR" sz="2800" b="1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-Chapadas</a:t>
            </a:r>
            <a:endParaRPr lang="pt-B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pt-BR" sz="2800" b="1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-Depressões</a:t>
            </a:r>
            <a:endParaRPr lang="pt-B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94" name="Picture 2" descr="Relevo Da Regiao Nordeste Estados Do Nordeste: Quais São, Capitais,"/>
          <p:cNvPicPr/>
          <p:nvPr/>
        </p:nvPicPr>
        <p:blipFill>
          <a:blip r:embed="rId2"/>
          <a:stretch/>
        </p:blipFill>
        <p:spPr>
          <a:xfrm>
            <a:off x="4219920" y="1350720"/>
            <a:ext cx="6000480" cy="19332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95" name="Picture 4" descr="Relevo Da Regiao Nordeste Estados Do Nordeste: Quais São, Capitais,"/>
          <p:cNvPicPr/>
          <p:nvPr/>
        </p:nvPicPr>
        <p:blipFill>
          <a:blip r:embed="rId3"/>
          <a:stretch/>
        </p:blipFill>
        <p:spPr>
          <a:xfrm>
            <a:off x="2318400" y="4035600"/>
            <a:ext cx="3330360" cy="2220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6" name="CaixaDeTexto 3"/>
          <p:cNvSpPr/>
          <p:nvPr/>
        </p:nvSpPr>
        <p:spPr>
          <a:xfrm>
            <a:off x="1940760" y="6270480"/>
            <a:ext cx="4085280" cy="369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Parque nacional da chapada diamantina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97" name="Picture 6" descr="Monumento Natural das Falésias de Beberibe - O que saber antes de ir"/>
          <p:cNvPicPr/>
          <p:nvPr/>
        </p:nvPicPr>
        <p:blipFill>
          <a:blip r:embed="rId4"/>
          <a:stretch/>
        </p:blipFill>
        <p:spPr>
          <a:xfrm>
            <a:off x="6218640" y="4050000"/>
            <a:ext cx="3330360" cy="2220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8" name="CaixaDeTexto 11"/>
          <p:cNvSpPr/>
          <p:nvPr/>
        </p:nvSpPr>
        <p:spPr>
          <a:xfrm>
            <a:off x="5920920" y="6256080"/>
            <a:ext cx="4593240" cy="369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Monumentos naturais da falésias e Beberibe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:p15="http://schemas.microsoft.com/office/powerpoint/2012/main" xmlns="">
      <p:transition/>
    </mc:Fallback>
  </mc:AlternateContent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7" dur="500" fill="hold"/>
                                        <p:tgtEl>
                                          <p:spTgt spid="9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8" dur="500" fill="hold"/>
                                        <p:tgtEl>
                                          <p:spTgt spid="9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 additive="repl">
                                        <p:cTn id="9" dur="5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14"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19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24" dur="5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29" dur="5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34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39"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CaixaDeTexto 7"/>
          <p:cNvSpPr/>
          <p:nvPr/>
        </p:nvSpPr>
        <p:spPr>
          <a:xfrm>
            <a:off x="5094360" y="401400"/>
            <a:ext cx="2176920" cy="676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pt-BR" sz="3800" b="1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CLIMA</a:t>
            </a:r>
            <a:endParaRPr lang="pt-BR" sz="3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" name="CaixaDeTexto 2"/>
          <p:cNvSpPr/>
          <p:nvPr/>
        </p:nvSpPr>
        <p:spPr>
          <a:xfrm>
            <a:off x="466200" y="2523960"/>
            <a:ext cx="3371040" cy="1815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pt-BR" sz="2800" b="1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-Equatorial úmido</a:t>
            </a:r>
            <a:endParaRPr lang="pt-B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pt-BR" sz="2800" b="1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-Tropical </a:t>
            </a:r>
            <a:endParaRPr lang="pt-B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pt-BR" sz="2800" b="1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-Semiárido</a:t>
            </a:r>
            <a:endParaRPr lang="pt-B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pt-BR" sz="2800" b="1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-Tropical atlântico</a:t>
            </a:r>
            <a:endParaRPr lang="pt-B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01" name="Picture 2" descr="Clima da Região Nordeste - Resumo, Mapa, Imagem"/>
          <p:cNvPicPr/>
          <p:nvPr/>
        </p:nvPicPr>
        <p:blipFill>
          <a:blip r:embed="rId2"/>
          <a:stretch/>
        </p:blipFill>
        <p:spPr>
          <a:xfrm>
            <a:off x="4601160" y="1218960"/>
            <a:ext cx="6095520" cy="537660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:p15="http://schemas.microsoft.com/office/powerpoint/2012/main" xmlns="">
      <p:transition/>
    </mc:Fallback>
  </mc:AlternateContent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7" dur="500" fill="hold"/>
                                        <p:tgtEl>
                                          <p:spTgt spid="9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8" dur="500" fill="hold"/>
                                        <p:tgtEl>
                                          <p:spTgt spid="9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 additive="repl">
                                        <p:cTn id="9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14"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19" dur="5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CaixaDeTexto 7"/>
          <p:cNvSpPr/>
          <p:nvPr/>
        </p:nvSpPr>
        <p:spPr>
          <a:xfrm>
            <a:off x="4397760" y="401400"/>
            <a:ext cx="3250800" cy="676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pt-BR" sz="3800" b="1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VEGETAÇÃO</a:t>
            </a:r>
            <a:endParaRPr lang="pt-BR" sz="3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" name="CaixaDeTexto 2"/>
          <p:cNvSpPr/>
          <p:nvPr/>
        </p:nvSpPr>
        <p:spPr>
          <a:xfrm>
            <a:off x="1795680" y="1420920"/>
            <a:ext cx="9046440" cy="1384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pt-BR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Mata Atlântica no litoral, Caatinga no semiárido, passando por Cerrado, Mata dos Cocais, restingas </a:t>
            </a:r>
            <a:endParaRPr lang="pt-B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pt-BR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e manguezais.</a:t>
            </a:r>
            <a:endParaRPr lang="pt-B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04" name="Picture 2" descr="cactos xique-xique em terreno pedregoso na caatinga, vegetação típica ..."/>
          <p:cNvPicPr/>
          <p:nvPr/>
        </p:nvPicPr>
        <p:blipFill>
          <a:blip r:embed="rId2"/>
          <a:stretch/>
        </p:blipFill>
        <p:spPr>
          <a:xfrm>
            <a:off x="406440" y="3672000"/>
            <a:ext cx="3155400" cy="21045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05" name="Picture 4" descr="Clima e vegetação do Nordeste. Aspectos naturais do Nordeste"/>
          <p:cNvPicPr/>
          <p:nvPr/>
        </p:nvPicPr>
        <p:blipFill>
          <a:blip r:embed="rId3"/>
          <a:stretch/>
        </p:blipFill>
        <p:spPr>
          <a:xfrm>
            <a:off x="4611600" y="3672000"/>
            <a:ext cx="3156840" cy="21045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06" name="Picture 6" descr="Foto de dois pés de flaboyant florido na caatinga - vegetação típica do ..."/>
          <p:cNvPicPr/>
          <p:nvPr/>
        </p:nvPicPr>
        <p:blipFill>
          <a:blip r:embed="rId4"/>
          <a:stretch/>
        </p:blipFill>
        <p:spPr>
          <a:xfrm>
            <a:off x="8679600" y="3672720"/>
            <a:ext cx="3163680" cy="210384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:p15="http://schemas.microsoft.com/office/powerpoint/2012/main" xmlns="">
      <p:transition/>
    </mc:Fallback>
  </mc:AlternateContent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7" dur="500" fill="hold"/>
                                        <p:tgtEl>
                                          <p:spTgt spid="10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8" dur="500" fill="hold"/>
                                        <p:tgtEl>
                                          <p:spTgt spid="10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 additive="repl">
                                        <p:cTn id="9" dur="5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14" dur="5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19" dur="5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24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29" dur="5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CaixaDeTexto 7"/>
          <p:cNvSpPr/>
          <p:nvPr/>
        </p:nvSpPr>
        <p:spPr>
          <a:xfrm>
            <a:off x="2962440" y="401400"/>
            <a:ext cx="6053760" cy="676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pt-BR" sz="3800" b="1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ASPECTOS CULTURAIS</a:t>
            </a:r>
            <a:endParaRPr lang="pt-BR" sz="3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8" name="CaixaDeTexto 1"/>
          <p:cNvSpPr/>
          <p:nvPr/>
        </p:nvSpPr>
        <p:spPr>
          <a:xfrm>
            <a:off x="4341960" y="3243960"/>
            <a:ext cx="3294360" cy="522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pt-BR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- FESTAS TIPICAS</a:t>
            </a:r>
            <a:endParaRPr lang="pt-B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9" name="CaixaDeTexto 9"/>
          <p:cNvSpPr/>
          <p:nvPr/>
        </p:nvSpPr>
        <p:spPr>
          <a:xfrm>
            <a:off x="653040" y="3243960"/>
            <a:ext cx="2309040" cy="522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pt-BR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- CULINÁRIA</a:t>
            </a:r>
            <a:endParaRPr lang="pt-B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0" name="CaixaDeTexto 10"/>
          <p:cNvSpPr/>
          <p:nvPr/>
        </p:nvSpPr>
        <p:spPr>
          <a:xfrm>
            <a:off x="8984520" y="3243960"/>
            <a:ext cx="2768040" cy="522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pt-BR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- MÚSICAS</a:t>
            </a:r>
            <a:endParaRPr lang="pt-B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:p15="http://schemas.microsoft.com/office/powerpoint/2012/main" xmlns="">
      <p:transition spd="slow">
        <p:split dir="out" orient="vert"/>
      </p:transition>
    </mc:Fallback>
  </mc:AlternateContent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7" dur="500" fill="hold"/>
                                        <p:tgtEl>
                                          <p:spTgt spid="10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8" dur="500" fill="hold"/>
                                        <p:tgtEl>
                                          <p:spTgt spid="10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 additive="repl">
                                        <p:cTn id="9" dur="5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14" dur="5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19" dur="5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24" dur="5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CaixaDeTexto 7"/>
          <p:cNvSpPr/>
          <p:nvPr/>
        </p:nvSpPr>
        <p:spPr>
          <a:xfrm>
            <a:off x="4397760" y="401400"/>
            <a:ext cx="3250800" cy="676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pt-BR" sz="3800" b="1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CULINÁRIA</a:t>
            </a:r>
            <a:endParaRPr lang="pt-BR" sz="3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2" name="CaixaDeTexto 2"/>
          <p:cNvSpPr/>
          <p:nvPr/>
        </p:nvSpPr>
        <p:spPr>
          <a:xfrm>
            <a:off x="1795680" y="1420920"/>
            <a:ext cx="9046440" cy="1384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pt-BR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Marcada por sabores fortes, temperos apimentados e </a:t>
            </a:r>
            <a:endParaRPr lang="pt-B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pt-BR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uma rica fusão de influências indígenas, africanas e </a:t>
            </a:r>
            <a:endParaRPr lang="pt-B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pt-BR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portuguesas.</a:t>
            </a:r>
            <a:endParaRPr lang="pt-B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13" name="Picture 2" descr="Ilha de Boipeba"/>
          <p:cNvPicPr/>
          <p:nvPr/>
        </p:nvPicPr>
        <p:blipFill>
          <a:blip r:embed="rId2"/>
          <a:stretch/>
        </p:blipFill>
        <p:spPr>
          <a:xfrm>
            <a:off x="672480" y="3672720"/>
            <a:ext cx="3154680" cy="21038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14" name="Picture 4" descr="https://www.melhoresdestinos.com.br/wp-content/uploads/2020/07/comidas-tipicas-nordeste-00007.jpg"/>
          <p:cNvPicPr/>
          <p:nvPr/>
        </p:nvPicPr>
        <p:blipFill>
          <a:blip r:embed="rId3"/>
          <a:stretch/>
        </p:blipFill>
        <p:spPr>
          <a:xfrm>
            <a:off x="4637160" y="3673080"/>
            <a:ext cx="3156840" cy="21045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15" name="Picture 6" descr="https://www.melhoresdestinos.com.br/wp-content/uploads/2020/07/comidas-tipicas-nordeste-00001.jpg"/>
          <p:cNvPicPr/>
          <p:nvPr/>
        </p:nvPicPr>
        <p:blipFill>
          <a:blip r:embed="rId4"/>
          <a:stretch/>
        </p:blipFill>
        <p:spPr>
          <a:xfrm>
            <a:off x="8578080" y="3673080"/>
            <a:ext cx="3159720" cy="2103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6" name="CaixaDeTexto 1"/>
          <p:cNvSpPr/>
          <p:nvPr/>
        </p:nvSpPr>
        <p:spPr>
          <a:xfrm>
            <a:off x="9304200" y="6041880"/>
            <a:ext cx="1707120" cy="369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Cuscuz de milho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7" name="CaixaDeTexto 10"/>
          <p:cNvSpPr/>
          <p:nvPr/>
        </p:nvSpPr>
        <p:spPr>
          <a:xfrm>
            <a:off x="5577120" y="6041880"/>
            <a:ext cx="1482840" cy="369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Baião de Dois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8" name="CaixaDeTexto 11"/>
          <p:cNvSpPr/>
          <p:nvPr/>
        </p:nvSpPr>
        <p:spPr>
          <a:xfrm>
            <a:off x="1709640" y="6041880"/>
            <a:ext cx="1080720" cy="369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Moqueca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:p15="http://schemas.microsoft.com/office/powerpoint/2012/main" xmlns="">
      <p:transition/>
    </mc:Fallback>
  </mc:AlternateContent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7" dur="500" fill="hold"/>
                                        <p:tgtEl>
                                          <p:spTgt spid="1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8" dur="500" fill="hold"/>
                                        <p:tgtEl>
                                          <p:spTgt spid="1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 additive="repl">
                                        <p:cTn id="9" dur="5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14" dur="50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19" dur="50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24" dur="500"/>
                                        <p:tgtEl>
                                          <p:spTgt spid="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29" dur="50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34" dur="500"/>
                                        <p:tgtEl>
                                          <p:spTgt spid="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39" dur="500"/>
                                        <p:tgtEl>
                                          <p:spTgt spid="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44" dur="500"/>
                                        <p:tgtEl>
                                          <p:spTgt spid="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CaixaDeTexto 7"/>
          <p:cNvSpPr/>
          <p:nvPr/>
        </p:nvSpPr>
        <p:spPr>
          <a:xfrm>
            <a:off x="3827880" y="401400"/>
            <a:ext cx="4169160" cy="676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pt-BR" sz="3800" b="1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FESTAS TIPICAS</a:t>
            </a:r>
            <a:endParaRPr lang="pt-BR" sz="3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0" name="CaixaDeTexto 3"/>
          <p:cNvSpPr/>
          <p:nvPr/>
        </p:nvSpPr>
        <p:spPr>
          <a:xfrm>
            <a:off x="1948369" y="5504311"/>
            <a:ext cx="1049400" cy="364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pt-BR" sz="1800" b="0" u="none" strike="noStrike" dirty="0">
                <a:solidFill>
                  <a:schemeClr val="dk1"/>
                </a:solidFill>
                <a:effectLst/>
                <a:uFillTx/>
                <a:latin typeface="Calibri"/>
              </a:rPr>
              <a:t>-Carnaval</a:t>
            </a:r>
            <a:endParaRPr lang="pt-BR" sz="18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1" name="CaixaDeTexto 120"/>
          <p:cNvSpPr txBox="1"/>
          <p:nvPr/>
        </p:nvSpPr>
        <p:spPr>
          <a:xfrm>
            <a:off x="7997040" y="5678824"/>
            <a:ext cx="1565640" cy="346320"/>
          </a:xfrm>
          <a:prstGeom prst="rect">
            <a:avLst/>
          </a:prstGeom>
          <a:noFill/>
          <a:ln w="0">
            <a:noFill/>
          </a:ln>
        </p:spPr>
        <p:txBody>
          <a:bodyPr wrap="none" lIns="90000" tIns="45000" rIns="90000" bIns="45000" anchor="t">
            <a:spAutoFit/>
          </a:bodyPr>
          <a:lstStyle/>
          <a:p>
            <a:r>
              <a:rPr lang="pt-BR" sz="18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-Festa Junina</a:t>
            </a:r>
          </a:p>
        </p:txBody>
      </p:sp>
      <p:pic>
        <p:nvPicPr>
          <p:cNvPr id="123" name="Imagem 122">
            <a:hlinkClick r:id="" action="ppaction://media"/>
          </p:cNvPr>
          <p:cNvPicPr/>
          <p:nvPr>
            <a:videoFile r:link="rId1"/>
            <p:extLst/>
          </p:nvPr>
        </p:nvPicPr>
        <p:blipFill>
          <a:blip r:embed="rId4"/>
          <a:stretch>
            <a:fillRect/>
          </a:stretch>
        </p:blipFill>
        <p:spPr>
          <a:xfrm>
            <a:off x="7711685" y="1555200"/>
            <a:ext cx="2160000" cy="3840120"/>
          </a:xfrm>
          <a:prstGeom prst="rect">
            <a:avLst/>
          </a:prstGeom>
          <a:ln w="0">
            <a:noFill/>
          </a:ln>
        </p:spPr>
      </p:pic>
      <p:pic>
        <p:nvPicPr>
          <p:cNvPr id="125" name="Imagem 124">
            <a:hlinkClick r:id="" action="ppaction://media"/>
          </p:cNvPr>
          <p:cNvPicPr/>
          <p:nvPr>
            <a:videoFile r:link="rId2"/>
            <p:extLst/>
          </p:nvPr>
        </p:nvPicPr>
        <p:blipFill>
          <a:blip r:embed="rId5"/>
          <a:stretch>
            <a:fillRect/>
          </a:stretch>
        </p:blipFill>
        <p:spPr>
          <a:xfrm>
            <a:off x="1627144" y="1615320"/>
            <a:ext cx="2126160" cy="3780000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:p15="http://schemas.microsoft.com/office/powerpoint/2012/main" xmlns="">
      <p:transition/>
    </mc:Fallback>
  </mc:AlternateContent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7" dur="500" fill="hold"/>
                                        <p:tgtEl>
                                          <p:spTgt spid="1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8" dur="500" fill="hold"/>
                                        <p:tgtEl>
                                          <p:spTgt spid="1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 additive="repl">
                                        <p:cTn id="9" dur="500"/>
                                        <p:tgtEl>
                                          <p:spTgt spid="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CaixaDeTexto 7"/>
          <p:cNvSpPr/>
          <p:nvPr/>
        </p:nvSpPr>
        <p:spPr>
          <a:xfrm>
            <a:off x="4814640" y="401400"/>
            <a:ext cx="2572560" cy="676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pt-BR" sz="3800" b="1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MÚSICAS</a:t>
            </a:r>
            <a:endParaRPr lang="pt-BR" sz="3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7" name="CaixaDeTexto 1"/>
          <p:cNvSpPr/>
          <p:nvPr/>
        </p:nvSpPr>
        <p:spPr>
          <a:xfrm>
            <a:off x="0" y="1476720"/>
            <a:ext cx="6414840" cy="2246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pt-BR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A música nordestina abrange estilos tradicionais como forró, baião, xote, frevo e axé, além de manifestações culturais como repente, samba de roda, maracatu e manguebeat.</a:t>
            </a:r>
            <a:endParaRPr lang="pt-B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8" name="CaixaDeTexto 3"/>
          <p:cNvSpPr/>
          <p:nvPr/>
        </p:nvSpPr>
        <p:spPr>
          <a:xfrm>
            <a:off x="7924680" y="1514520"/>
            <a:ext cx="3903840" cy="1815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pt-BR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Instrumentos típicos incluem sanfona, zabumba, pandeiro, berimbau e rabeca</a:t>
            </a:r>
            <a:endParaRPr lang="pt-B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29" name="Picture 2" descr="Trio de músicos típicos do Nordeste do Brasil Sanfoneiro triângulo e ..."/>
          <p:cNvPicPr/>
          <p:nvPr/>
        </p:nvPicPr>
        <p:blipFill>
          <a:blip r:embed="rId2"/>
          <a:stretch/>
        </p:blipFill>
        <p:spPr>
          <a:xfrm>
            <a:off x="4299480" y="3863880"/>
            <a:ext cx="4231080" cy="270324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:p15="http://schemas.microsoft.com/office/powerpoint/2012/main" xmlns="">
      <p:transition/>
    </mc:Fallback>
  </mc:AlternateContent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7" dur="500" fill="hold"/>
                                        <p:tgtEl>
                                          <p:spTgt spid="1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8" dur="500" fill="hold"/>
                                        <p:tgtEl>
                                          <p:spTgt spid="1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 additive="repl">
                                        <p:cTn id="9" dur="500"/>
                                        <p:tgtEl>
                                          <p:spTgt spid="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14" dur="500"/>
                                        <p:tgtEl>
                                          <p:spTgt spid="1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19" dur="500"/>
                                        <p:tgtEl>
                                          <p:spTgt spid="1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24" dur="500"/>
                                        <p:tgtEl>
                                          <p:spTgt spid="1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CaixaDeTexto 7"/>
          <p:cNvSpPr/>
          <p:nvPr/>
        </p:nvSpPr>
        <p:spPr>
          <a:xfrm>
            <a:off x="2801160" y="401400"/>
            <a:ext cx="6342480" cy="676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pt-BR" sz="3800" b="1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ASPECTOS ECONÔMICOS</a:t>
            </a:r>
            <a:endParaRPr lang="pt-BR" sz="3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1" name="CaixaDeTexto 1"/>
          <p:cNvSpPr/>
          <p:nvPr/>
        </p:nvSpPr>
        <p:spPr>
          <a:xfrm>
            <a:off x="4951800" y="2808720"/>
            <a:ext cx="2580840" cy="522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pt-BR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- INDUSTRIA</a:t>
            </a:r>
            <a:endParaRPr lang="pt-B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2" name="CaixaDeTexto 9"/>
          <p:cNvSpPr/>
          <p:nvPr/>
        </p:nvSpPr>
        <p:spPr>
          <a:xfrm>
            <a:off x="275760" y="2808720"/>
            <a:ext cx="2917080" cy="522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pt-BR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- AGRICULTURA</a:t>
            </a:r>
            <a:endParaRPr lang="pt-B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3" name="CaixaDeTexto 10"/>
          <p:cNvSpPr/>
          <p:nvPr/>
        </p:nvSpPr>
        <p:spPr>
          <a:xfrm>
            <a:off x="8795520" y="2808720"/>
            <a:ext cx="2956680" cy="522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pt-BR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- GOVERNANÇA</a:t>
            </a:r>
            <a:endParaRPr lang="pt-B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4" name="CaixaDeTexto 5"/>
          <p:cNvSpPr/>
          <p:nvPr/>
        </p:nvSpPr>
        <p:spPr>
          <a:xfrm>
            <a:off x="5147640" y="4790520"/>
            <a:ext cx="2189160" cy="522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pt-BR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- TURISMO</a:t>
            </a:r>
            <a:endParaRPr lang="pt-B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:p15="http://schemas.microsoft.com/office/powerpoint/2012/main" xmlns="">
      <p:transition spd="slow">
        <p:split dir="out" orient="vert"/>
      </p:transition>
    </mc:Fallback>
  </mc:AlternateContent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7" dur="500" fill="hold"/>
                                        <p:tgtEl>
                                          <p:spTgt spid="1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8" dur="500" fill="hold"/>
                                        <p:tgtEl>
                                          <p:spTgt spid="1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 additive="repl">
                                        <p:cTn id="9" dur="500"/>
                                        <p:tgtEl>
                                          <p:spTgt spid="1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14" dur="500"/>
                                        <p:tgtEl>
                                          <p:spTgt spid="1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19" dur="500"/>
                                        <p:tgtEl>
                                          <p:spTgt spid="1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24" dur="500"/>
                                        <p:tgtEl>
                                          <p:spTgt spid="1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29" dur="500"/>
                                        <p:tgtEl>
                                          <p:spTgt spid="1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CaixaDeTexto 7"/>
          <p:cNvSpPr/>
          <p:nvPr/>
        </p:nvSpPr>
        <p:spPr>
          <a:xfrm>
            <a:off x="3827880" y="401400"/>
            <a:ext cx="4169160" cy="676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pt-BR" sz="3800" b="1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AGRICULTURA</a:t>
            </a:r>
            <a:endParaRPr lang="pt-BR" sz="3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6" name="CaixaDeTexto 1"/>
          <p:cNvSpPr/>
          <p:nvPr/>
        </p:nvSpPr>
        <p:spPr>
          <a:xfrm>
            <a:off x="798120" y="1886760"/>
            <a:ext cx="4861800" cy="4401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pt-BR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A região Nordeste se destaca na produção de cana-de-açúcar (concentrada em Alagoas, Pernambuco e Paraíba), além de algodão (Ceará, Paraíba e Rio Grande do Norte), soja (Bahia, Maranhão), milho, tabaco, caju, uva, manga e melão.</a:t>
            </a:r>
            <a:endParaRPr lang="pt-B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37" name="Picture 2" descr="Quais são os principais produtos da agricultura da região Nordeste?"/>
          <p:cNvPicPr/>
          <p:nvPr/>
        </p:nvPicPr>
        <p:blipFill>
          <a:blip r:embed="rId2"/>
          <a:stretch/>
        </p:blipFill>
        <p:spPr>
          <a:xfrm>
            <a:off x="5912640" y="2334960"/>
            <a:ext cx="5698440" cy="350496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:p15="http://schemas.microsoft.com/office/powerpoint/2012/main" xmlns="">
      <p:transition/>
    </mc:Fallback>
  </mc:AlternateContent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7" dur="500" fill="hold"/>
                                        <p:tgtEl>
                                          <p:spTgt spid="1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8" dur="500" fill="hold"/>
                                        <p:tgtEl>
                                          <p:spTgt spid="1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 additive="repl">
                                        <p:cTn id="9" dur="500"/>
                                        <p:tgtEl>
                                          <p:spTgt spid="1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 additive="repl">
                                        <p:cTn id="14" dur="500"/>
                                        <p:tgtEl>
                                          <p:spTgt spid="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19" dur="500"/>
                                        <p:tgtEl>
                                          <p:spTgt spid="1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CaixaDeTexto 7"/>
          <p:cNvSpPr/>
          <p:nvPr/>
        </p:nvSpPr>
        <p:spPr>
          <a:xfrm>
            <a:off x="3827880" y="401400"/>
            <a:ext cx="4169160" cy="676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pt-BR" sz="3800" b="1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INDUSTRIA</a:t>
            </a:r>
            <a:endParaRPr lang="pt-BR" sz="3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9" name="CaixaDeTexto 1"/>
          <p:cNvSpPr/>
          <p:nvPr/>
        </p:nvSpPr>
        <p:spPr>
          <a:xfrm>
            <a:off x="798120" y="1886760"/>
            <a:ext cx="4861800" cy="3539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pt-BR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A indústria nordestina é diversificada, com destaque para alimentos, têxtil, química, metalmecânica e energia, concentrada em polos estratégicos como Suape, Camaçari, Recife, Salvador e Fortaleza</a:t>
            </a:r>
            <a:endParaRPr lang="pt-B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40" name="Picture 2" descr="Indústria do Nordeste: combustíveis foi responsável por puxar sozinho o crescimento da produção no Rio Grande do Norte"/>
          <p:cNvPicPr/>
          <p:nvPr/>
        </p:nvPicPr>
        <p:blipFill>
          <a:blip r:embed="rId2"/>
          <a:stretch/>
        </p:blipFill>
        <p:spPr>
          <a:xfrm>
            <a:off x="5660640" y="2094480"/>
            <a:ext cx="6031440" cy="312372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:p15="http://schemas.microsoft.com/office/powerpoint/2012/main" xmlns="">
      <p:transition/>
    </mc:Fallback>
  </mc:AlternateContent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7" dur="500" fill="hold"/>
                                        <p:tgtEl>
                                          <p:spTgt spid="1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8" dur="500" fill="hold"/>
                                        <p:tgtEl>
                                          <p:spTgt spid="1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 additive="repl">
                                        <p:cTn id="9" dur="500"/>
                                        <p:tgtEl>
                                          <p:spTgt spid="1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14" dur="500"/>
                                        <p:tgtEl>
                                          <p:spTgt spid="1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 additive="repl">
                                        <p:cTn id="19" dur="500"/>
                                        <p:tgtEl>
                                          <p:spTgt spid="1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CaixaDeTexto 7"/>
          <p:cNvSpPr/>
          <p:nvPr/>
        </p:nvSpPr>
        <p:spPr>
          <a:xfrm>
            <a:off x="3827880" y="401400"/>
            <a:ext cx="4169160" cy="676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pt-BR" sz="3800" b="1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GOVERNANÇA</a:t>
            </a:r>
            <a:endParaRPr lang="pt-BR" sz="3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2" name="CaixaDeTexto 1"/>
          <p:cNvSpPr/>
          <p:nvPr/>
        </p:nvSpPr>
        <p:spPr>
          <a:xfrm>
            <a:off x="798120" y="1886760"/>
            <a:ext cx="4107240" cy="310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pt-BR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O Consórcio Nordeste tem estrutura de governança colegiada, moldada para construção de consensos em torno da atuação conjunta</a:t>
            </a:r>
            <a:endParaRPr lang="pt-B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43" name="Picture 2" descr="http://www.consorcionordeste.gov.br/wp-content/uploads/2022/02/Organograma-3-1.png"/>
          <p:cNvPicPr/>
          <p:nvPr/>
        </p:nvPicPr>
        <p:blipFill>
          <a:blip r:embed="rId2"/>
          <a:stretch/>
        </p:blipFill>
        <p:spPr>
          <a:xfrm>
            <a:off x="5660640" y="1886760"/>
            <a:ext cx="6158880" cy="377352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:p15="http://schemas.microsoft.com/office/powerpoint/2012/main" xmlns="">
      <p:transition/>
    </mc:Fallback>
  </mc:AlternateContent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7" dur="500" fill="hold"/>
                                        <p:tgtEl>
                                          <p:spTgt spid="1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8" dur="500" fill="hold"/>
                                        <p:tgtEl>
                                          <p:spTgt spid="1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 additive="repl">
                                        <p:cTn id="9" dur="500"/>
                                        <p:tgtEl>
                                          <p:spTgt spid="1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14" dur="500"/>
                                        <p:tgtEl>
                                          <p:spTgt spid="1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 additive="repl">
                                        <p:cTn id="19" dur="500"/>
                                        <p:tgtEl>
                                          <p:spTgt spid="1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CaixaDeTexto 7"/>
          <p:cNvSpPr/>
          <p:nvPr/>
        </p:nvSpPr>
        <p:spPr>
          <a:xfrm>
            <a:off x="3827880" y="401400"/>
            <a:ext cx="4169160" cy="676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pt-BR" sz="3800" b="1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TURISMO</a:t>
            </a:r>
            <a:endParaRPr lang="pt-BR" sz="3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5" name="CaixaDeTexto 1"/>
          <p:cNvSpPr/>
          <p:nvPr/>
        </p:nvSpPr>
        <p:spPr>
          <a:xfrm>
            <a:off x="798120" y="1886760"/>
            <a:ext cx="4107240" cy="3970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pt-BR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O turismo no Nordeste do Brasil é uma experiência rica e diversificada, com destinos que oferecem uma combinação única de beleza natural, cultura vibrante e gastronomia deliciosa.</a:t>
            </a:r>
            <a:endParaRPr lang="pt-B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46" name="Picture 2" descr="Principais destinos turísticos do Nordeste Brasileiro"/>
          <p:cNvPicPr/>
          <p:nvPr/>
        </p:nvPicPr>
        <p:blipFill>
          <a:blip r:embed="rId2"/>
          <a:stretch/>
        </p:blipFill>
        <p:spPr>
          <a:xfrm>
            <a:off x="5631480" y="1686600"/>
            <a:ext cx="5826960" cy="437040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:p15="http://schemas.microsoft.com/office/powerpoint/2012/main" xmlns="">
      <p:transition/>
    </mc:Fallback>
  </mc:AlternateContent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7" dur="500" fill="hold"/>
                                        <p:tgtEl>
                                          <p:spTgt spid="14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8" dur="500" fill="hold"/>
                                        <p:tgtEl>
                                          <p:spTgt spid="14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 additive="repl">
                                        <p:cTn id="9" dur="500"/>
                                        <p:tgtEl>
                                          <p:spTgt spid="1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14" dur="500"/>
                                        <p:tgtEl>
                                          <p:spTgt spid="1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 additive="repl">
                                        <p:cTn id="19" dur="500"/>
                                        <p:tgtEl>
                                          <p:spTgt spid="1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CaixaDeTexto 7"/>
          <p:cNvSpPr/>
          <p:nvPr/>
        </p:nvSpPr>
        <p:spPr>
          <a:xfrm>
            <a:off x="3715560" y="401400"/>
            <a:ext cx="4847400" cy="676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pt-BR" sz="3800" b="1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PIB DO NORDESTE</a:t>
            </a:r>
            <a:endParaRPr lang="pt-BR" sz="3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8" name="CaixaDeTexto 5"/>
          <p:cNvSpPr/>
          <p:nvPr/>
        </p:nvSpPr>
        <p:spPr>
          <a:xfrm>
            <a:off x="4245480" y="1466640"/>
            <a:ext cx="3787920" cy="522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pt-BR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Produto interno bruto</a:t>
            </a:r>
            <a:endParaRPr lang="pt-B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49" name="Picture 2"/>
          <p:cNvPicPr/>
          <p:nvPr/>
        </p:nvPicPr>
        <p:blipFill>
          <a:blip r:embed="rId2"/>
          <a:stretch/>
        </p:blipFill>
        <p:spPr>
          <a:xfrm>
            <a:off x="2792880" y="2467440"/>
            <a:ext cx="6693120" cy="375192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:p15="http://schemas.microsoft.com/office/powerpoint/2012/main" xmlns="">
      <p:transition spd="slow">
        <p:split dir="out" orient="vert"/>
      </p:transition>
    </mc:Fallback>
  </mc:AlternateContent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7" dur="500" fill="hold"/>
                                        <p:tgtEl>
                                          <p:spTgt spid="14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8" dur="500" fill="hold"/>
                                        <p:tgtEl>
                                          <p:spTgt spid="14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 additive="repl">
                                        <p:cTn id="9" dur="500"/>
                                        <p:tgtEl>
                                          <p:spTgt spid="1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14" dur="500"/>
                                        <p:tgtEl>
                                          <p:spTgt spid="1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19" dur="500"/>
                                        <p:tgtEl>
                                          <p:spTgt spid="1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CaixaDeTexto 7"/>
          <p:cNvSpPr/>
          <p:nvPr/>
        </p:nvSpPr>
        <p:spPr>
          <a:xfrm>
            <a:off x="1939320" y="401400"/>
            <a:ext cx="8084160" cy="676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pt-BR" sz="3800" b="1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PONTO TÚRISTICO IMPORTANTE</a:t>
            </a:r>
            <a:endParaRPr lang="pt-BR" sz="3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51" name="Picture 2" descr="lencois maranhenses"/>
          <p:cNvPicPr/>
          <p:nvPr/>
        </p:nvPicPr>
        <p:blipFill>
          <a:blip r:embed="rId2"/>
          <a:stretch/>
        </p:blipFill>
        <p:spPr>
          <a:xfrm>
            <a:off x="2841120" y="1333800"/>
            <a:ext cx="6280200" cy="4188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52" name="CaixaDeTexto 1"/>
          <p:cNvSpPr/>
          <p:nvPr/>
        </p:nvSpPr>
        <p:spPr>
          <a:xfrm>
            <a:off x="2841120" y="5544000"/>
            <a:ext cx="2441160" cy="369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Lençóis Maranhenses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:p15="http://schemas.microsoft.com/office/powerpoint/2012/main" xmlns="">
      <p:transition/>
    </mc:Fallback>
  </mc:AlternateContent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7" dur="500" fill="hold"/>
                                        <p:tgtEl>
                                          <p:spTgt spid="1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8" dur="500" fill="hold"/>
                                        <p:tgtEl>
                                          <p:spTgt spid="1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 additive="repl">
                                        <p:cTn id="9" dur="500"/>
                                        <p:tgtEl>
                                          <p:spTgt spid="1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14" dur="500"/>
                                        <p:tgtEl>
                                          <p:spTgt spid="1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19" dur="500"/>
                                        <p:tgtEl>
                                          <p:spTgt spid="1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CaixaDeTexto 7"/>
          <p:cNvSpPr/>
          <p:nvPr/>
        </p:nvSpPr>
        <p:spPr>
          <a:xfrm>
            <a:off x="1407960" y="401400"/>
            <a:ext cx="9187200" cy="676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pt-BR" sz="3800" b="1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CURIOSIDADES SOBRE O NORDESTE</a:t>
            </a:r>
            <a:endParaRPr lang="pt-BR" sz="3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4" name="CaixaDeTexto 2"/>
          <p:cNvSpPr/>
          <p:nvPr/>
        </p:nvSpPr>
        <p:spPr>
          <a:xfrm>
            <a:off x="609480" y="1411920"/>
            <a:ext cx="7184160" cy="522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pt-BR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- Universidade Federal da Bahia</a:t>
            </a:r>
            <a:endParaRPr lang="pt-B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5" name="CaixaDeTexto 5"/>
          <p:cNvSpPr/>
          <p:nvPr/>
        </p:nvSpPr>
        <p:spPr>
          <a:xfrm>
            <a:off x="609480" y="2464200"/>
            <a:ext cx="7184160" cy="522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pt-BR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- Olinda, em Pernambuco</a:t>
            </a:r>
            <a:endParaRPr lang="pt-B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6" name="CaixaDeTexto 6"/>
          <p:cNvSpPr/>
          <p:nvPr/>
        </p:nvSpPr>
        <p:spPr>
          <a:xfrm>
            <a:off x="609480" y="3516480"/>
            <a:ext cx="7184160" cy="522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pt-BR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- Rio São Francisco</a:t>
            </a:r>
            <a:endParaRPr lang="pt-B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7" name="CaixaDeTexto 8"/>
          <p:cNvSpPr/>
          <p:nvPr/>
        </p:nvSpPr>
        <p:spPr>
          <a:xfrm>
            <a:off x="609480" y="4568760"/>
            <a:ext cx="7184160" cy="522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pt-BR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- A região com mais estados</a:t>
            </a:r>
            <a:endParaRPr lang="pt-B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8" name="CaixaDeTexto 9"/>
          <p:cNvSpPr/>
          <p:nvPr/>
        </p:nvSpPr>
        <p:spPr>
          <a:xfrm>
            <a:off x="609480" y="5621040"/>
            <a:ext cx="7184160" cy="522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pt-BR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- A primeira capital federal do Brasil</a:t>
            </a:r>
            <a:endParaRPr lang="pt-B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:p15="http://schemas.microsoft.com/office/powerpoint/2012/main" xmlns="">
      <p:transition/>
    </mc:Fallback>
  </mc:AlternateContent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7" dur="500" fill="hold"/>
                                        <p:tgtEl>
                                          <p:spTgt spid="1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8" dur="500" fill="hold"/>
                                        <p:tgtEl>
                                          <p:spTgt spid="1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 additive="repl">
                                        <p:cTn id="9" dur="500"/>
                                        <p:tgtEl>
                                          <p:spTgt spid="1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 additive="repl">
                                        <p:cTn id="14" dur="500"/>
                                        <p:tgtEl>
                                          <p:spTgt spid="1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 additive="repl">
                                        <p:cTn id="19" dur="500"/>
                                        <p:tgtEl>
                                          <p:spTgt spid="1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 additive="repl">
                                        <p:cTn id="24" dur="500"/>
                                        <p:tgtEl>
                                          <p:spTgt spid="1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 additive="repl">
                                        <p:cTn id="29" dur="500"/>
                                        <p:tgtEl>
                                          <p:spTgt spid="1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 additive="repl">
                                        <p:cTn id="34" dur="500"/>
                                        <p:tgtEl>
                                          <p:spTgt spid="1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CaixaDeTexto 7"/>
          <p:cNvSpPr/>
          <p:nvPr/>
        </p:nvSpPr>
        <p:spPr>
          <a:xfrm>
            <a:off x="1407960" y="401400"/>
            <a:ext cx="9187200" cy="676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pt-BR" sz="3800" b="1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BIBLIOGRAFIA DE IMAGENS:</a:t>
            </a:r>
            <a:endParaRPr lang="pt-BR" sz="3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0" name="CaixaDeTexto 2"/>
          <p:cNvSpPr/>
          <p:nvPr/>
        </p:nvSpPr>
        <p:spPr>
          <a:xfrm>
            <a:off x="217800" y="1672920"/>
            <a:ext cx="10958040" cy="4831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pt-BR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https://fity.club/lists/suggestions/relevo-da-regiao-nordeste/</a:t>
            </a:r>
            <a:endParaRPr lang="pt-B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pt-BR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https://escolaeducacao.com.br/clima-da-regiao-nordeste/</a:t>
            </a:r>
            <a:endParaRPr lang="pt-B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pt-BR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https://www.melhoresdestinos.com.br/comidas-tipicas-nordeste.html</a:t>
            </a:r>
            <a:endParaRPr lang="pt-B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pt-BR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https://stock.adobe.com/br/images</a:t>
            </a:r>
            <a:endParaRPr lang="pt-B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pt-BR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https://www.agropecnews.com.br/desafios-da-agricultura-no-nordeste-entenda-aqui/</a:t>
            </a:r>
            <a:endParaRPr lang="pt-B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pt-BR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https://www.consorcionordeste.gov.br/p/governanca</a:t>
            </a:r>
            <a:endParaRPr lang="pt-B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pt-BR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https://movimentoeconomico.com.br/economia/2024/04/15/industria-do-nordeste/</a:t>
            </a:r>
            <a:endParaRPr lang="pt-B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pt-BR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https://deltarioparnaiba.com.br/15-principais-pontos-turisticos-do-nordeste/</a:t>
            </a:r>
            <a:endParaRPr lang="pt-B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:p15="http://schemas.microsoft.com/office/powerpoint/2012/main" xmlns="">
      <p:transition/>
    </mc:Fallback>
  </mc:AlternateContent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7" dur="500" fill="hold"/>
                                        <p:tgtEl>
                                          <p:spTgt spid="1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8" dur="500" fill="hold"/>
                                        <p:tgtEl>
                                          <p:spTgt spid="1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 additive="repl">
                                        <p:cTn id="9" dur="500"/>
                                        <p:tgtEl>
                                          <p:spTgt spid="1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CaixaDeTexto 7"/>
          <p:cNvSpPr/>
          <p:nvPr/>
        </p:nvSpPr>
        <p:spPr>
          <a:xfrm>
            <a:off x="2061000" y="2497320"/>
            <a:ext cx="6313320" cy="861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pt-BR" sz="5000" b="1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DÚVIDAS?</a:t>
            </a:r>
            <a:endParaRPr lang="pt-BR" sz="5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62" name="Picture 2" descr="C:\Users\Jenilson\Videos\TRABALHO\questao.png"/>
          <p:cNvPicPr/>
          <p:nvPr/>
        </p:nvPicPr>
        <p:blipFill>
          <a:blip r:embed="rId2"/>
          <a:stretch/>
        </p:blipFill>
        <p:spPr>
          <a:xfrm>
            <a:off x="6222600" y="1370520"/>
            <a:ext cx="4304160" cy="430416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:p15="http://schemas.microsoft.com/office/powerpoint/2012/main" xmlns="">
      <p:transition/>
    </mc:Fallback>
  </mc:AlternateContent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CaixaDeTexto 7"/>
          <p:cNvSpPr/>
          <p:nvPr/>
        </p:nvSpPr>
        <p:spPr>
          <a:xfrm>
            <a:off x="2090160" y="2613240"/>
            <a:ext cx="7967880" cy="1630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pt-BR" sz="10000" b="1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OBRIGADO!</a:t>
            </a:r>
            <a:endParaRPr lang="pt-BR" sz="10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:p15="http://schemas.microsoft.com/office/powerpoint/2012/main" xmlns="">
      <p:transition/>
    </mc:Fallback>
  </mc:AlternateContent>
</p:sld>
</file>

<file path=ppt/theme/theme1.xml><?xml version="1.0" encoding="utf-8"?>
<a:theme xmlns:a="http://schemas.openxmlformats.org/drawingml/2006/main" name="Tema do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266</TotalTime>
  <Words>606</Words>
  <Application>Microsoft Office PowerPoint</Application>
  <PresentationFormat>Widescreen</PresentationFormat>
  <Paragraphs>107</Paragraphs>
  <Slides>25</Slides>
  <Notes>0</Notes>
  <HiddenSlides>0</HiddenSlides>
  <MMClips>2</MMClips>
  <ScaleCrop>false</ScaleCrop>
  <HeadingPairs>
    <vt:vector size="6" baseType="variant">
      <vt:variant>
        <vt:lpstr>Fontes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25</vt:i4>
      </vt:variant>
    </vt:vector>
  </HeadingPairs>
  <TitlesOfParts>
    <vt:vector size="32" baseType="lpstr">
      <vt:lpstr>Arial</vt:lpstr>
      <vt:lpstr>Calibri</vt:lpstr>
      <vt:lpstr>Calibri Light</vt:lpstr>
      <vt:lpstr>Symbol</vt:lpstr>
      <vt:lpstr>Times New Roman</vt:lpstr>
      <vt:lpstr>Wingdings</vt:lpstr>
      <vt:lpstr>Tema do Office</vt:lpstr>
      <vt:lpstr>TRABALHO DA REGIÃO NORDESTE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NORDESTE</dc:title>
  <dc:subject/>
  <dc:creator>Aluno</dc:creator>
  <dc:description/>
  <cp:lastModifiedBy>Aluno</cp:lastModifiedBy>
  <cp:revision>27</cp:revision>
  <dcterms:created xsi:type="dcterms:W3CDTF">2026-05-27T19:01:41Z</dcterms:created>
  <dcterms:modified xsi:type="dcterms:W3CDTF">2026-06-03T18:29:23Z</dcterms:modified>
  <dc:language>pt-BR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Personalizar</vt:lpwstr>
  </property>
  <property fmtid="{D5CDD505-2E9C-101B-9397-08002B2CF9AE}" pid="3" name="Slides">
    <vt:r8>24</vt:r8>
  </property>
</Properties>
</file>